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2" r:id="rId4"/>
    <p:sldMasterId id="2147483698" r:id="rId5"/>
    <p:sldMasterId id="2147483753" r:id="rId6"/>
  </p:sldMasterIdLst>
  <p:notesMasterIdLst>
    <p:notesMasterId r:id="rId49"/>
  </p:notesMasterIdLst>
  <p:handoutMasterIdLst>
    <p:handoutMasterId r:id="rId50"/>
  </p:handoutMasterIdLst>
  <p:sldIdLst>
    <p:sldId id="866" r:id="rId7"/>
    <p:sldId id="870" r:id="rId8"/>
    <p:sldId id="907" r:id="rId9"/>
    <p:sldId id="896" r:id="rId10"/>
    <p:sldId id="962" r:id="rId11"/>
    <p:sldId id="958" r:id="rId12"/>
    <p:sldId id="963" r:id="rId13"/>
    <p:sldId id="964" r:id="rId14"/>
    <p:sldId id="967" r:id="rId15"/>
    <p:sldId id="1004" r:id="rId16"/>
    <p:sldId id="968" r:id="rId17"/>
    <p:sldId id="969" r:id="rId18"/>
    <p:sldId id="970" r:id="rId19"/>
    <p:sldId id="971" r:id="rId20"/>
    <p:sldId id="972" r:id="rId21"/>
    <p:sldId id="973" r:id="rId22"/>
    <p:sldId id="974" r:id="rId23"/>
    <p:sldId id="975" r:id="rId24"/>
    <p:sldId id="976" r:id="rId25"/>
    <p:sldId id="977" r:id="rId26"/>
    <p:sldId id="978" r:id="rId27"/>
    <p:sldId id="979" r:id="rId28"/>
    <p:sldId id="980" r:id="rId29"/>
    <p:sldId id="981" r:id="rId30"/>
    <p:sldId id="983" r:id="rId31"/>
    <p:sldId id="984" r:id="rId32"/>
    <p:sldId id="985" r:id="rId33"/>
    <p:sldId id="987" r:id="rId34"/>
    <p:sldId id="988" r:id="rId35"/>
    <p:sldId id="989" r:id="rId36"/>
    <p:sldId id="991" r:id="rId37"/>
    <p:sldId id="992" r:id="rId38"/>
    <p:sldId id="915" r:id="rId39"/>
    <p:sldId id="935" r:id="rId40"/>
    <p:sldId id="998" r:id="rId41"/>
    <p:sldId id="1000" r:id="rId42"/>
    <p:sldId id="1005" r:id="rId43"/>
    <p:sldId id="1001" r:id="rId44"/>
    <p:sldId id="1002" r:id="rId45"/>
    <p:sldId id="1003" r:id="rId46"/>
    <p:sldId id="966" r:id="rId47"/>
    <p:sldId id="999" r:id="rId48"/>
  </p:sldIdLst>
  <p:sldSz cx="12192000" cy="6858000"/>
  <p:notesSz cx="6858000" cy="9144000"/>
  <p:defaultTextStyle>
    <a:defPPr>
      <a:defRPr lang="fr-FR"/>
    </a:defPPr>
    <a:lvl1pPr marL="0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y Slides" id="{DF6BDEB7-FCB7-4165-9BE2-35441F12C18C}">
          <p14:sldIdLst>
            <p14:sldId id="866"/>
            <p14:sldId id="870"/>
            <p14:sldId id="907"/>
            <p14:sldId id="896"/>
            <p14:sldId id="962"/>
            <p14:sldId id="958"/>
            <p14:sldId id="963"/>
            <p14:sldId id="964"/>
            <p14:sldId id="967"/>
            <p14:sldId id="1004"/>
            <p14:sldId id="968"/>
            <p14:sldId id="969"/>
            <p14:sldId id="970"/>
            <p14:sldId id="971"/>
            <p14:sldId id="972"/>
            <p14:sldId id="973"/>
            <p14:sldId id="974"/>
            <p14:sldId id="975"/>
            <p14:sldId id="976"/>
            <p14:sldId id="977"/>
            <p14:sldId id="978"/>
            <p14:sldId id="979"/>
            <p14:sldId id="980"/>
            <p14:sldId id="981"/>
            <p14:sldId id="983"/>
            <p14:sldId id="984"/>
            <p14:sldId id="985"/>
            <p14:sldId id="987"/>
            <p14:sldId id="988"/>
            <p14:sldId id="989"/>
            <p14:sldId id="991"/>
            <p14:sldId id="992"/>
            <p14:sldId id="915"/>
            <p14:sldId id="935"/>
            <p14:sldId id="998"/>
            <p14:sldId id="1000"/>
            <p14:sldId id="1005"/>
            <p14:sldId id="1001"/>
            <p14:sldId id="1002"/>
            <p14:sldId id="1003"/>
            <p14:sldId id="966"/>
            <p14:sldId id="999"/>
          </p14:sldIdLst>
        </p14:section>
        <p14:section name="temp" id="{7D1BCE16-9996-4645-BCB6-74154CA2AB9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251" userDrawn="1">
          <p15:clr>
            <a:srgbClr val="A4A3A4"/>
          </p15:clr>
        </p15:guide>
        <p15:guide id="3" orient="horz" pos="3159" userDrawn="1">
          <p15:clr>
            <a:srgbClr val="A4A3A4"/>
          </p15:clr>
        </p15:guide>
        <p15:guide id="5" orient="horz" pos="981" userDrawn="1">
          <p15:clr>
            <a:srgbClr val="A4A3A4"/>
          </p15:clr>
        </p15:guide>
        <p15:guide id="6" pos="3840" userDrawn="1">
          <p15:clr>
            <a:srgbClr val="A4A3A4"/>
          </p15:clr>
        </p15:guide>
        <p15:guide id="7" pos="575" userDrawn="1">
          <p15:clr>
            <a:srgbClr val="A4A3A4"/>
          </p15:clr>
        </p15:guide>
        <p15:guide id="8" pos="7105" userDrawn="1">
          <p15:clr>
            <a:srgbClr val="A4A3A4"/>
          </p15:clr>
        </p15:guide>
        <p15:guide id="9" pos="7408" userDrawn="1">
          <p15:clr>
            <a:srgbClr val="A4A3A4"/>
          </p15:clr>
        </p15:guide>
        <p15:guide id="10" pos="303" userDrawn="1">
          <p15:clr>
            <a:srgbClr val="A4A3A4"/>
          </p15:clr>
        </p15:guide>
        <p15:guide id="11" pos="1965" userDrawn="1">
          <p15:clr>
            <a:srgbClr val="A4A3A4"/>
          </p15:clr>
        </p15:guide>
        <p15:guide id="12" pos="5715" userDrawn="1">
          <p15:clr>
            <a:srgbClr val="A4A3A4"/>
          </p15:clr>
        </p15:guide>
        <p15:guide id="13" pos="4384" userDrawn="1">
          <p15:clr>
            <a:srgbClr val="A4A3A4"/>
          </p15:clr>
        </p15:guide>
        <p15:guide id="14" orient="horz" pos="3295" userDrawn="1">
          <p15:clr>
            <a:srgbClr val="A4A3A4"/>
          </p15:clr>
        </p15:guide>
        <p15:guide id="15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3551"/>
    <a:srgbClr val="8DB1C4"/>
    <a:srgbClr val="E7B881"/>
    <a:srgbClr val="3D4149"/>
    <a:srgbClr val="FACB91"/>
    <a:srgbClr val="F9BE75"/>
    <a:srgbClr val="D0343C"/>
    <a:srgbClr val="615474"/>
    <a:srgbClr val="D4A36E"/>
    <a:srgbClr val="E462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929F9F4-4A8F-4326-A1B4-22849713DDAB}" styleName="Style foncé 1 - Accentuation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Style foncé 1 - Accentuation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Style foncé 1 - Accentuation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Style foncé 1 - Accentuation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Style foncé 1 - Accentuation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Style foncé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571" autoAdjust="0"/>
    <p:restoredTop sz="95417" autoAdjust="0"/>
  </p:normalViewPr>
  <p:slideViewPr>
    <p:cSldViewPr>
      <p:cViewPr varScale="1">
        <p:scale>
          <a:sx n="106" d="100"/>
          <a:sy n="106" d="100"/>
        </p:scale>
        <p:origin x="354" y="114"/>
      </p:cViewPr>
      <p:guideLst>
        <p:guide orient="horz" pos="2251"/>
        <p:guide orient="horz" pos="3159"/>
        <p:guide orient="horz" pos="981"/>
        <p:guide pos="3840"/>
        <p:guide pos="575"/>
        <p:guide pos="7105"/>
        <p:guide pos="7408"/>
        <p:guide pos="303"/>
        <p:guide pos="1965"/>
        <p:guide pos="5715"/>
        <p:guide pos="4384"/>
        <p:guide orient="horz" pos="3295"/>
        <p:guide orient="horz" pos="2160"/>
      </p:guideLst>
    </p:cSldViewPr>
  </p:slideViewPr>
  <p:outlineViewPr>
    <p:cViewPr>
      <p:scale>
        <a:sx n="33" d="100"/>
        <a:sy n="33" d="100"/>
      </p:scale>
      <p:origin x="0" y="-2850"/>
    </p:cViewPr>
  </p:outlineViewPr>
  <p:notesTextViewPr>
    <p:cViewPr>
      <p:scale>
        <a:sx n="150" d="100"/>
        <a:sy n="150" d="100"/>
      </p:scale>
      <p:origin x="0" y="0"/>
    </p:cViewPr>
  </p:notesTextViewPr>
  <p:notesViewPr>
    <p:cSldViewPr>
      <p:cViewPr varScale="1">
        <p:scale>
          <a:sx n="84" d="100"/>
          <a:sy n="84" d="100"/>
        </p:scale>
        <p:origin x="2976" y="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handoutMaster" Target="handoutMasters/handoutMaster1.xml"/><Relationship Id="rId55" Type="http://schemas.microsoft.com/office/2016/11/relationships/changesInfo" Target="changesInfos/changesInfo1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8" Type="http://schemas.openxmlformats.org/officeDocument/2006/relationships/slide" Target="slides/slide2.xml"/><Relationship Id="rId51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id Zia" userId="eacd6202-79e4-4aec-a873-103280f1e5ec" providerId="ADAL" clId="{9F2BFA50-5B85-4F89-B994-AA628E8C3C08}"/>
    <pc:docChg chg="undo custSel addSld modSld sldOrd modMainMaster addSection modSection">
      <pc:chgData name="Amaid Zia" userId="eacd6202-79e4-4aec-a873-103280f1e5ec" providerId="ADAL" clId="{9F2BFA50-5B85-4F89-B994-AA628E8C3C08}" dt="2020-09-16T06:12:32.462" v="797" actId="207"/>
      <pc:docMkLst>
        <pc:docMk/>
      </pc:docMkLst>
      <pc:sldChg chg="addSp delSp modSp mod">
        <pc:chgData name="Amaid Zia" userId="eacd6202-79e4-4aec-a873-103280f1e5ec" providerId="ADAL" clId="{9F2BFA50-5B85-4F89-B994-AA628E8C3C08}" dt="2020-09-16T05:11:37.757" v="83" actId="478"/>
        <pc:sldMkLst>
          <pc:docMk/>
          <pc:sldMk cId="4213008468" sldId="866"/>
        </pc:sldMkLst>
        <pc:spChg chg="add mod">
          <ac:chgData name="Amaid Zia" userId="eacd6202-79e4-4aec-a873-103280f1e5ec" providerId="ADAL" clId="{9F2BFA50-5B85-4F89-B994-AA628E8C3C08}" dt="2020-09-16T05:03:28.819" v="26" actId="403"/>
          <ac:spMkLst>
            <pc:docMk/>
            <pc:sldMk cId="4213008468" sldId="866"/>
            <ac:spMk id="2" creationId="{40A3DC8D-B988-4EFD-93BF-0707ECC6803B}"/>
          </ac:spMkLst>
        </pc:spChg>
        <pc:spChg chg="mod">
          <ac:chgData name="Amaid Zia" userId="eacd6202-79e4-4aec-a873-103280f1e5ec" providerId="ADAL" clId="{9F2BFA50-5B85-4F89-B994-AA628E8C3C08}" dt="2020-09-16T05:02:14.993" v="14" actId="20577"/>
          <ac:spMkLst>
            <pc:docMk/>
            <pc:sldMk cId="4213008468" sldId="866"/>
            <ac:spMk id="6" creationId="{FC58EDE2-9C12-4E95-AE15-1944DE2521FC}"/>
          </ac:spMkLst>
        </pc:spChg>
        <pc:picChg chg="del">
          <ac:chgData name="Amaid Zia" userId="eacd6202-79e4-4aec-a873-103280f1e5ec" providerId="ADAL" clId="{9F2BFA50-5B85-4F89-B994-AA628E8C3C08}" dt="2020-09-16T05:11:37.757" v="83" actId="478"/>
          <ac:picMkLst>
            <pc:docMk/>
            <pc:sldMk cId="4213008468" sldId="866"/>
            <ac:picMk id="19" creationId="{5B6279D0-84AA-4EE2-8618-719E227506CC}"/>
          </ac:picMkLst>
        </pc:picChg>
      </pc:sldChg>
      <pc:sldChg chg="delSp modSp mod ord delAnim">
        <pc:chgData name="Amaid Zia" userId="eacd6202-79e4-4aec-a873-103280f1e5ec" providerId="ADAL" clId="{9F2BFA50-5B85-4F89-B994-AA628E8C3C08}" dt="2020-09-16T05:18:53.756" v="174" actId="1076"/>
        <pc:sldMkLst>
          <pc:docMk/>
          <pc:sldMk cId="716165668" sldId="870"/>
        </pc:sldMkLst>
        <pc:spChg chg="mod topLvl">
          <ac:chgData name="Amaid Zia" userId="eacd6202-79e4-4aec-a873-103280f1e5ec" providerId="ADAL" clId="{9F2BFA50-5B85-4F89-B994-AA628E8C3C08}" dt="2020-09-16T05:18:22.243" v="167" actId="1076"/>
          <ac:spMkLst>
            <pc:docMk/>
            <pc:sldMk cId="716165668" sldId="870"/>
            <ac:spMk id="127" creationId="{E0578806-54D9-4D37-B865-BA2600D47AAD}"/>
          </ac:spMkLst>
        </pc:spChg>
        <pc:spChg chg="del topLvl">
          <ac:chgData name="Amaid Zia" userId="eacd6202-79e4-4aec-a873-103280f1e5ec" providerId="ADAL" clId="{9F2BFA50-5B85-4F89-B994-AA628E8C3C08}" dt="2020-09-16T05:17:55.730" v="160" actId="478"/>
          <ac:spMkLst>
            <pc:docMk/>
            <pc:sldMk cId="716165668" sldId="870"/>
            <ac:spMk id="128" creationId="{031D490B-EC99-4F1B-BDD6-5D787AD924DC}"/>
          </ac:spMkLst>
        </pc:spChg>
        <pc:spChg chg="mod topLvl">
          <ac:chgData name="Amaid Zia" userId="eacd6202-79e4-4aec-a873-103280f1e5ec" providerId="ADAL" clId="{9F2BFA50-5B85-4F89-B994-AA628E8C3C08}" dt="2020-09-16T05:18:47.866" v="173" actId="1076"/>
          <ac:spMkLst>
            <pc:docMk/>
            <pc:sldMk cId="716165668" sldId="870"/>
            <ac:spMk id="130" creationId="{CC622461-4704-41D9-A52C-03B8AD9FE67F}"/>
          </ac:spMkLst>
        </pc:spChg>
        <pc:spChg chg="del topLvl">
          <ac:chgData name="Amaid Zia" userId="eacd6202-79e4-4aec-a873-103280f1e5ec" providerId="ADAL" clId="{9F2BFA50-5B85-4F89-B994-AA628E8C3C08}" dt="2020-09-16T05:18:00.116" v="161" actId="478"/>
          <ac:spMkLst>
            <pc:docMk/>
            <pc:sldMk cId="716165668" sldId="870"/>
            <ac:spMk id="131" creationId="{3F4DF03A-CD5E-4BAD-A8CE-640DF4266467}"/>
          </ac:spMkLst>
        </pc:spChg>
        <pc:spChg chg="mod topLvl">
          <ac:chgData name="Amaid Zia" userId="eacd6202-79e4-4aec-a873-103280f1e5ec" providerId="ADAL" clId="{9F2BFA50-5B85-4F89-B994-AA628E8C3C08}" dt="2020-09-16T05:18:53.756" v="174" actId="1076"/>
          <ac:spMkLst>
            <pc:docMk/>
            <pc:sldMk cId="716165668" sldId="870"/>
            <ac:spMk id="133" creationId="{4B4E1CB5-770B-4761-9F0D-AE9E9D7DAAE6}"/>
          </ac:spMkLst>
        </pc:spChg>
        <pc:spChg chg="del topLvl">
          <ac:chgData name="Amaid Zia" userId="eacd6202-79e4-4aec-a873-103280f1e5ec" providerId="ADAL" clId="{9F2BFA50-5B85-4F89-B994-AA628E8C3C08}" dt="2020-09-16T05:18:04.622" v="162" actId="478"/>
          <ac:spMkLst>
            <pc:docMk/>
            <pc:sldMk cId="716165668" sldId="870"/>
            <ac:spMk id="134" creationId="{FF583A1C-915E-465F-8FF0-92ACF48B5F57}"/>
          </ac:spMkLst>
        </pc:spChg>
        <pc:grpChg chg="del mod">
          <ac:chgData name="Amaid Zia" userId="eacd6202-79e4-4aec-a873-103280f1e5ec" providerId="ADAL" clId="{9F2BFA50-5B85-4F89-B994-AA628E8C3C08}" dt="2020-09-16T05:17:55.730" v="160" actId="478"/>
          <ac:grpSpMkLst>
            <pc:docMk/>
            <pc:sldMk cId="716165668" sldId="870"/>
            <ac:grpSpMk id="7" creationId="{50896001-0964-428E-A618-0C0D32043602}"/>
          </ac:grpSpMkLst>
        </pc:grpChg>
        <pc:grpChg chg="mod">
          <ac:chgData name="Amaid Zia" userId="eacd6202-79e4-4aec-a873-103280f1e5ec" providerId="ADAL" clId="{9F2BFA50-5B85-4F89-B994-AA628E8C3C08}" dt="2020-09-16T05:17:45.390" v="159" actId="1037"/>
          <ac:grpSpMkLst>
            <pc:docMk/>
            <pc:sldMk cId="716165668" sldId="870"/>
            <ac:grpSpMk id="8" creationId="{9257A48A-5FCD-4F03-9417-52B37EC9E2E9}"/>
          </ac:grpSpMkLst>
        </pc:grpChg>
        <pc:grpChg chg="mod">
          <ac:chgData name="Amaid Zia" userId="eacd6202-79e4-4aec-a873-103280f1e5ec" providerId="ADAL" clId="{9F2BFA50-5B85-4F89-B994-AA628E8C3C08}" dt="2020-09-16T05:17:45.390" v="159" actId="1037"/>
          <ac:grpSpMkLst>
            <pc:docMk/>
            <pc:sldMk cId="716165668" sldId="870"/>
            <ac:grpSpMk id="88" creationId="{F6DCFE65-1BF7-4583-95DD-C16D26CCB0DB}"/>
          </ac:grpSpMkLst>
        </pc:grpChg>
        <pc:grpChg chg="mod">
          <ac:chgData name="Amaid Zia" userId="eacd6202-79e4-4aec-a873-103280f1e5ec" providerId="ADAL" clId="{9F2BFA50-5B85-4F89-B994-AA628E8C3C08}" dt="2020-09-16T05:17:45.390" v="159" actId="1037"/>
          <ac:grpSpMkLst>
            <pc:docMk/>
            <pc:sldMk cId="716165668" sldId="870"/>
            <ac:grpSpMk id="95" creationId="{AAE0B3E6-89AA-4EB7-999E-3824FB4607AF}"/>
          </ac:grpSpMkLst>
        </pc:grpChg>
        <pc:grpChg chg="del mod">
          <ac:chgData name="Amaid Zia" userId="eacd6202-79e4-4aec-a873-103280f1e5ec" providerId="ADAL" clId="{9F2BFA50-5B85-4F89-B994-AA628E8C3C08}" dt="2020-09-16T05:18:00.116" v="161" actId="478"/>
          <ac:grpSpMkLst>
            <pc:docMk/>
            <pc:sldMk cId="716165668" sldId="870"/>
            <ac:grpSpMk id="129" creationId="{28788AF5-5782-4C91-8F0E-F1CFFFA261EB}"/>
          </ac:grpSpMkLst>
        </pc:grpChg>
        <pc:grpChg chg="del mod">
          <ac:chgData name="Amaid Zia" userId="eacd6202-79e4-4aec-a873-103280f1e5ec" providerId="ADAL" clId="{9F2BFA50-5B85-4F89-B994-AA628E8C3C08}" dt="2020-09-16T05:18:04.622" v="162" actId="478"/>
          <ac:grpSpMkLst>
            <pc:docMk/>
            <pc:sldMk cId="716165668" sldId="870"/>
            <ac:grpSpMk id="132" creationId="{3B7E9918-E504-40BD-B1B3-E47597E98E0D}"/>
          </ac:grpSpMkLst>
        </pc:grpChg>
        <pc:grpChg chg="del">
          <ac:chgData name="Amaid Zia" userId="eacd6202-79e4-4aec-a873-103280f1e5ec" providerId="ADAL" clId="{9F2BFA50-5B85-4F89-B994-AA628E8C3C08}" dt="2020-09-16T05:17:27.742" v="117" actId="478"/>
          <ac:grpSpMkLst>
            <pc:docMk/>
            <pc:sldMk cId="716165668" sldId="870"/>
            <ac:grpSpMk id="136" creationId="{382F3BB7-7983-436E-A14E-6FF378813428}"/>
          </ac:grpSpMkLst>
        </pc:grpChg>
        <pc:grpChg chg="del">
          <ac:chgData name="Amaid Zia" userId="eacd6202-79e4-4aec-a873-103280f1e5ec" providerId="ADAL" clId="{9F2BFA50-5B85-4F89-B994-AA628E8C3C08}" dt="2020-09-16T05:17:24.251" v="116" actId="478"/>
          <ac:grpSpMkLst>
            <pc:docMk/>
            <pc:sldMk cId="716165668" sldId="870"/>
            <ac:grpSpMk id="137" creationId="{8822284C-1B9F-4DB4-BC47-D5A77A25EA7D}"/>
          </ac:grpSpMkLst>
        </pc:grpChg>
        <pc:grpChg chg="del">
          <ac:chgData name="Amaid Zia" userId="eacd6202-79e4-4aec-a873-103280f1e5ec" providerId="ADAL" clId="{9F2BFA50-5B85-4F89-B994-AA628E8C3C08}" dt="2020-09-16T05:17:24.251" v="116" actId="478"/>
          <ac:grpSpMkLst>
            <pc:docMk/>
            <pc:sldMk cId="716165668" sldId="870"/>
            <ac:grpSpMk id="138" creationId="{02EC3756-CCD2-4259-9C94-56589B9C47E4}"/>
          </ac:grpSpMkLst>
        </pc:grpChg>
        <pc:grpChg chg="del">
          <ac:chgData name="Amaid Zia" userId="eacd6202-79e4-4aec-a873-103280f1e5ec" providerId="ADAL" clId="{9F2BFA50-5B85-4F89-B994-AA628E8C3C08}" dt="2020-09-16T05:17:24.251" v="116" actId="478"/>
          <ac:grpSpMkLst>
            <pc:docMk/>
            <pc:sldMk cId="716165668" sldId="870"/>
            <ac:grpSpMk id="160" creationId="{768D21FD-8234-4075-A6FF-CF521B2CC9F5}"/>
          </ac:grpSpMkLst>
        </pc:grpChg>
        <pc:grpChg chg="del">
          <ac:chgData name="Amaid Zia" userId="eacd6202-79e4-4aec-a873-103280f1e5ec" providerId="ADAL" clId="{9F2BFA50-5B85-4F89-B994-AA628E8C3C08}" dt="2020-09-16T05:17:24.251" v="116" actId="478"/>
          <ac:grpSpMkLst>
            <pc:docMk/>
            <pc:sldMk cId="716165668" sldId="870"/>
            <ac:grpSpMk id="161" creationId="{1E05EE1B-405D-423B-BFF4-C9741DD480F0}"/>
          </ac:grpSpMkLst>
        </pc:grpChg>
        <pc:grpChg chg="del">
          <ac:chgData name="Amaid Zia" userId="eacd6202-79e4-4aec-a873-103280f1e5ec" providerId="ADAL" clId="{9F2BFA50-5B85-4F89-B994-AA628E8C3C08}" dt="2020-09-16T05:17:24.251" v="116" actId="478"/>
          <ac:grpSpMkLst>
            <pc:docMk/>
            <pc:sldMk cId="716165668" sldId="870"/>
            <ac:grpSpMk id="162" creationId="{98E3F84C-DB54-48F7-938A-52A662495B71}"/>
          </ac:grpSpMkLst>
        </pc:grpChg>
      </pc:sldChg>
      <pc:sldChg chg="addSp delSp modSp mod ord delAnim">
        <pc:chgData name="Amaid Zia" userId="eacd6202-79e4-4aec-a873-103280f1e5ec" providerId="ADAL" clId="{9F2BFA50-5B85-4F89-B994-AA628E8C3C08}" dt="2020-09-16T05:54:21.368" v="650" actId="1076"/>
        <pc:sldMkLst>
          <pc:docMk/>
          <pc:sldMk cId="3392239543" sldId="896"/>
        </pc:sldMkLst>
        <pc:spChg chg="add mod">
          <ac:chgData name="Amaid Zia" userId="eacd6202-79e4-4aec-a873-103280f1e5ec" providerId="ADAL" clId="{9F2BFA50-5B85-4F89-B994-AA628E8C3C08}" dt="2020-09-16T05:32:56.756" v="332"/>
          <ac:spMkLst>
            <pc:docMk/>
            <pc:sldMk cId="3392239543" sldId="896"/>
            <ac:spMk id="2" creationId="{C55DE23F-013C-4744-BA31-C04739F48393}"/>
          </ac:spMkLst>
        </pc:spChg>
        <pc:spChg chg="add">
          <ac:chgData name="Amaid Zia" userId="eacd6202-79e4-4aec-a873-103280f1e5ec" providerId="ADAL" clId="{9F2BFA50-5B85-4F89-B994-AA628E8C3C08}" dt="2020-09-16T05:44:40.369" v="484" actId="22"/>
          <ac:spMkLst>
            <pc:docMk/>
            <pc:sldMk cId="3392239543" sldId="896"/>
            <ac:spMk id="5" creationId="{F6A00FB3-B952-4059-B07B-FDD410A29363}"/>
          </ac:spMkLst>
        </pc:spChg>
        <pc:spChg chg="add mod">
          <ac:chgData name="Amaid Zia" userId="eacd6202-79e4-4aec-a873-103280f1e5ec" providerId="ADAL" clId="{9F2BFA50-5B85-4F89-B994-AA628E8C3C08}" dt="2020-09-16T05:26:25.397" v="232" actId="1076"/>
          <ac:spMkLst>
            <pc:docMk/>
            <pc:sldMk cId="3392239543" sldId="896"/>
            <ac:spMk id="22" creationId="{2BE23E38-312D-42E2-B96E-A9120C561052}"/>
          </ac:spMkLst>
        </pc:spChg>
        <pc:spChg chg="del">
          <ac:chgData name="Amaid Zia" userId="eacd6202-79e4-4aec-a873-103280f1e5ec" providerId="ADAL" clId="{9F2BFA50-5B85-4F89-B994-AA628E8C3C08}" dt="2020-09-16T05:44:39.095" v="483" actId="478"/>
          <ac:spMkLst>
            <pc:docMk/>
            <pc:sldMk cId="3392239543" sldId="896"/>
            <ac:spMk id="33" creationId="{3D5615E3-E78B-460A-93C7-07D1BA143F9C}"/>
          </ac:spMkLst>
        </pc:spChg>
        <pc:grpChg chg="del mod">
          <ac:chgData name="Amaid Zia" userId="eacd6202-79e4-4aec-a873-103280f1e5ec" providerId="ADAL" clId="{9F2BFA50-5B85-4F89-B994-AA628E8C3C08}" dt="2020-09-16T05:25:58.113" v="228" actId="478"/>
          <ac:grpSpMkLst>
            <pc:docMk/>
            <pc:sldMk cId="3392239543" sldId="896"/>
            <ac:grpSpMk id="30" creationId="{0D21619F-CE90-4D99-BC25-EF18EFAB72CA}"/>
          </ac:grpSpMkLst>
        </pc:grpChg>
        <pc:grpChg chg="del">
          <ac:chgData name="Amaid Zia" userId="eacd6202-79e4-4aec-a873-103280f1e5ec" providerId="ADAL" clId="{9F2BFA50-5B85-4F89-B994-AA628E8C3C08}" dt="2020-09-16T05:25:14.531" v="219" actId="478"/>
          <ac:grpSpMkLst>
            <pc:docMk/>
            <pc:sldMk cId="3392239543" sldId="896"/>
            <ac:grpSpMk id="32" creationId="{DBC7C758-08B7-4280-A3AE-71E40F87A396}"/>
          </ac:grpSpMkLst>
        </pc:grpChg>
        <pc:picChg chg="add mod">
          <ac:chgData name="Amaid Zia" userId="eacd6202-79e4-4aec-a873-103280f1e5ec" providerId="ADAL" clId="{9F2BFA50-5B85-4F89-B994-AA628E8C3C08}" dt="2020-09-16T05:54:21.368" v="650" actId="1076"/>
          <ac:picMkLst>
            <pc:docMk/>
            <pc:sldMk cId="3392239543" sldId="896"/>
            <ac:picMk id="3" creationId="{0AEFE178-5DED-4C12-8099-6DA49DD334EF}"/>
          </ac:picMkLst>
        </pc:picChg>
        <pc:picChg chg="del mod">
          <ac:chgData name="Amaid Zia" userId="eacd6202-79e4-4aec-a873-103280f1e5ec" providerId="ADAL" clId="{9F2BFA50-5B85-4F89-B994-AA628E8C3C08}" dt="2020-09-16T05:25:55.765" v="227" actId="21"/>
          <ac:picMkLst>
            <pc:docMk/>
            <pc:sldMk cId="3392239543" sldId="896"/>
            <ac:picMk id="21" creationId="{CB243F57-F5BC-47C6-8D03-BDF2FD0D6560}"/>
          </ac:picMkLst>
        </pc:picChg>
        <pc:picChg chg="del">
          <ac:chgData name="Amaid Zia" userId="eacd6202-79e4-4aec-a873-103280f1e5ec" providerId="ADAL" clId="{9F2BFA50-5B85-4F89-B994-AA628E8C3C08}" dt="2020-09-16T05:25:16" v="220" actId="478"/>
          <ac:picMkLst>
            <pc:docMk/>
            <pc:sldMk cId="3392239543" sldId="896"/>
            <ac:picMk id="29" creationId="{3FD5DFA3-78EE-43F3-953A-F5DA0BFC835A}"/>
          </ac:picMkLst>
        </pc:picChg>
      </pc:sldChg>
      <pc:sldChg chg="addSp delSp modSp mod ord modNotesTx">
        <pc:chgData name="Amaid Zia" userId="eacd6202-79e4-4aec-a873-103280f1e5ec" providerId="ADAL" clId="{9F2BFA50-5B85-4F89-B994-AA628E8C3C08}" dt="2020-09-16T05:24:58.690" v="218" actId="6549"/>
        <pc:sldMkLst>
          <pc:docMk/>
          <pc:sldMk cId="1271978828" sldId="907"/>
        </pc:sldMkLst>
        <pc:spChg chg="add del mod">
          <ac:chgData name="Amaid Zia" userId="eacd6202-79e4-4aec-a873-103280f1e5ec" providerId="ADAL" clId="{9F2BFA50-5B85-4F89-B994-AA628E8C3C08}" dt="2020-09-16T05:24:02.837" v="215" actId="478"/>
          <ac:spMkLst>
            <pc:docMk/>
            <pc:sldMk cId="1271978828" sldId="907"/>
            <ac:spMk id="2" creationId="{C2781127-5D41-4E9D-937D-CAC318FA9779}"/>
          </ac:spMkLst>
        </pc:spChg>
        <pc:spChg chg="mod">
          <ac:chgData name="Amaid Zia" userId="eacd6202-79e4-4aec-a873-103280f1e5ec" providerId="ADAL" clId="{9F2BFA50-5B85-4F89-B994-AA628E8C3C08}" dt="2020-09-16T05:22:17.894" v="211" actId="20577"/>
          <ac:spMkLst>
            <pc:docMk/>
            <pc:sldMk cId="1271978828" sldId="907"/>
            <ac:spMk id="3" creationId="{50714F9A-57FC-47D3-A196-531173ED61B7}"/>
          </ac:spMkLst>
        </pc:spChg>
        <pc:picChg chg="mod">
          <ac:chgData name="Amaid Zia" userId="eacd6202-79e4-4aec-a873-103280f1e5ec" providerId="ADAL" clId="{9F2BFA50-5B85-4F89-B994-AA628E8C3C08}" dt="2020-09-16T05:24:07.883" v="216" actId="14100"/>
          <ac:picMkLst>
            <pc:docMk/>
            <pc:sldMk cId="1271978828" sldId="907"/>
            <ac:picMk id="8" creationId="{80F8D231-06F6-4219-8584-77D3C14F55D5}"/>
          </ac:picMkLst>
        </pc:picChg>
      </pc:sldChg>
      <pc:sldChg chg="addSp delSp modSp add mod ord delAnim">
        <pc:chgData name="Amaid Zia" userId="eacd6202-79e4-4aec-a873-103280f1e5ec" providerId="ADAL" clId="{9F2BFA50-5B85-4F89-B994-AA628E8C3C08}" dt="2020-09-16T05:50:09.195" v="600" actId="1076"/>
        <pc:sldMkLst>
          <pc:docMk/>
          <pc:sldMk cId="1191436184" sldId="958"/>
        </pc:sldMkLst>
        <pc:spChg chg="add">
          <ac:chgData name="Amaid Zia" userId="eacd6202-79e4-4aec-a873-103280f1e5ec" providerId="ADAL" clId="{9F2BFA50-5B85-4F89-B994-AA628E8C3C08}" dt="2020-09-16T05:45:09.952" v="487" actId="22"/>
          <ac:spMkLst>
            <pc:docMk/>
            <pc:sldMk cId="1191436184" sldId="958"/>
            <ac:spMk id="2" creationId="{CF4D5A8E-C6CF-4D00-83F7-DB54927ED1CD}"/>
          </ac:spMkLst>
        </pc:spChg>
        <pc:spChg chg="add mod">
          <ac:chgData name="Amaid Zia" userId="eacd6202-79e4-4aec-a873-103280f1e5ec" providerId="ADAL" clId="{9F2BFA50-5B85-4F89-B994-AA628E8C3C08}" dt="2020-09-16T05:49:59.943" v="599"/>
          <ac:spMkLst>
            <pc:docMk/>
            <pc:sldMk cId="1191436184" sldId="958"/>
            <ac:spMk id="6" creationId="{7571DA96-7630-4D4A-AE43-FE54EDF535CB}"/>
          </ac:spMkLst>
        </pc:spChg>
        <pc:spChg chg="mod">
          <ac:chgData name="Amaid Zia" userId="eacd6202-79e4-4aec-a873-103280f1e5ec" providerId="ADAL" clId="{9F2BFA50-5B85-4F89-B994-AA628E8C3C08}" dt="2020-09-16T05:37:50.640" v="385" actId="1076"/>
          <ac:spMkLst>
            <pc:docMk/>
            <pc:sldMk cId="1191436184" sldId="958"/>
            <ac:spMk id="25" creationId="{E202B9F0-B4B8-4AA8-A89F-0C5331615A25}"/>
          </ac:spMkLst>
        </pc:spChg>
        <pc:spChg chg="del">
          <ac:chgData name="Amaid Zia" userId="eacd6202-79e4-4aec-a873-103280f1e5ec" providerId="ADAL" clId="{9F2BFA50-5B85-4F89-B994-AA628E8C3C08}" dt="2020-09-16T05:45:08.754" v="486" actId="478"/>
          <ac:spMkLst>
            <pc:docMk/>
            <pc:sldMk cId="1191436184" sldId="958"/>
            <ac:spMk id="33" creationId="{3D5615E3-E78B-460A-93C7-07D1BA143F9C}"/>
          </ac:spMkLst>
        </pc:spChg>
        <pc:grpChg chg="del mod">
          <ac:chgData name="Amaid Zia" userId="eacd6202-79e4-4aec-a873-103280f1e5ec" providerId="ADAL" clId="{9F2BFA50-5B85-4F89-B994-AA628E8C3C08}" dt="2020-09-16T05:45:05.274" v="485" actId="478"/>
          <ac:grpSpMkLst>
            <pc:docMk/>
            <pc:sldMk cId="1191436184" sldId="958"/>
            <ac:grpSpMk id="30" creationId="{0D21619F-CE90-4D99-BC25-EF18EFAB72CA}"/>
          </ac:grpSpMkLst>
        </pc:grpChg>
        <pc:grpChg chg="del">
          <ac:chgData name="Amaid Zia" userId="eacd6202-79e4-4aec-a873-103280f1e5ec" providerId="ADAL" clId="{9F2BFA50-5B85-4F89-B994-AA628E8C3C08}" dt="2020-09-16T05:36:41.403" v="340" actId="478"/>
          <ac:grpSpMkLst>
            <pc:docMk/>
            <pc:sldMk cId="1191436184" sldId="958"/>
            <ac:grpSpMk id="32" creationId="{DBC7C758-08B7-4280-A3AE-71E40F87A396}"/>
          </ac:grpSpMkLst>
        </pc:grpChg>
        <pc:picChg chg="add mod">
          <ac:chgData name="Amaid Zia" userId="eacd6202-79e4-4aec-a873-103280f1e5ec" providerId="ADAL" clId="{9F2BFA50-5B85-4F89-B994-AA628E8C3C08}" dt="2020-09-16T05:50:09.195" v="600" actId="1076"/>
          <ac:picMkLst>
            <pc:docMk/>
            <pc:sldMk cId="1191436184" sldId="958"/>
            <ac:picMk id="5" creationId="{487A3C0E-C5CB-4A86-9B99-6AC08F700AB6}"/>
          </ac:picMkLst>
        </pc:picChg>
        <pc:picChg chg="del">
          <ac:chgData name="Amaid Zia" userId="eacd6202-79e4-4aec-a873-103280f1e5ec" providerId="ADAL" clId="{9F2BFA50-5B85-4F89-B994-AA628E8C3C08}" dt="2020-09-16T05:36:43.325" v="341" actId="478"/>
          <ac:picMkLst>
            <pc:docMk/>
            <pc:sldMk cId="1191436184" sldId="958"/>
            <ac:picMk id="29" creationId="{3FD5DFA3-78EE-43F3-953A-F5DA0BFC835A}"/>
          </ac:picMkLst>
        </pc:picChg>
      </pc:sldChg>
      <pc:sldChg chg="add">
        <pc:chgData name="Amaid Zia" userId="eacd6202-79e4-4aec-a873-103280f1e5ec" providerId="ADAL" clId="{9F2BFA50-5B85-4F89-B994-AA628E8C3C08}" dt="2020-09-16T05:15:53.942" v="87" actId="2890"/>
        <pc:sldMkLst>
          <pc:docMk/>
          <pc:sldMk cId="805889497" sldId="959"/>
        </pc:sldMkLst>
      </pc:sldChg>
      <pc:sldChg chg="add">
        <pc:chgData name="Amaid Zia" userId="eacd6202-79e4-4aec-a873-103280f1e5ec" providerId="ADAL" clId="{9F2BFA50-5B85-4F89-B994-AA628E8C3C08}" dt="2020-09-16T05:21:38.035" v="190" actId="2890"/>
        <pc:sldMkLst>
          <pc:docMk/>
          <pc:sldMk cId="1651485636" sldId="960"/>
        </pc:sldMkLst>
      </pc:sldChg>
      <pc:sldChg chg="add">
        <pc:chgData name="Amaid Zia" userId="eacd6202-79e4-4aec-a873-103280f1e5ec" providerId="ADAL" clId="{9F2BFA50-5B85-4F89-B994-AA628E8C3C08}" dt="2020-09-16T05:36:26.794" v="337" actId="2890"/>
        <pc:sldMkLst>
          <pc:docMk/>
          <pc:sldMk cId="3662363044" sldId="961"/>
        </pc:sldMkLst>
      </pc:sldChg>
      <pc:sldChg chg="addSp delSp modSp add mod">
        <pc:chgData name="Amaid Zia" userId="eacd6202-79e4-4aec-a873-103280f1e5ec" providerId="ADAL" clId="{9F2BFA50-5B85-4F89-B994-AA628E8C3C08}" dt="2020-09-16T05:44:30.680" v="482" actId="22"/>
        <pc:sldMkLst>
          <pc:docMk/>
          <pc:sldMk cId="2354064931" sldId="962"/>
        </pc:sldMkLst>
        <pc:spChg chg="mod">
          <ac:chgData name="Amaid Zia" userId="eacd6202-79e4-4aec-a873-103280f1e5ec" providerId="ADAL" clId="{9F2BFA50-5B85-4F89-B994-AA628E8C3C08}" dt="2020-09-16T05:41:52.716" v="469" actId="1036"/>
          <ac:spMkLst>
            <pc:docMk/>
            <pc:sldMk cId="2354064931" sldId="962"/>
            <ac:spMk id="2" creationId="{C55DE23F-013C-4744-BA31-C04739F48393}"/>
          </ac:spMkLst>
        </pc:spChg>
        <pc:spChg chg="add">
          <ac:chgData name="Amaid Zia" userId="eacd6202-79e4-4aec-a873-103280f1e5ec" providerId="ADAL" clId="{9F2BFA50-5B85-4F89-B994-AA628E8C3C08}" dt="2020-09-16T05:44:30.680" v="482" actId="22"/>
          <ac:spMkLst>
            <pc:docMk/>
            <pc:sldMk cId="2354064931" sldId="962"/>
            <ac:spMk id="5" creationId="{94176951-3D05-4147-B1E0-AE1D5CDC321A}"/>
          </ac:spMkLst>
        </pc:spChg>
        <pc:spChg chg="mod">
          <ac:chgData name="Amaid Zia" userId="eacd6202-79e4-4aec-a873-103280f1e5ec" providerId="ADAL" clId="{9F2BFA50-5B85-4F89-B994-AA628E8C3C08}" dt="2020-09-16T05:42:12.180" v="478" actId="20577"/>
          <ac:spMkLst>
            <pc:docMk/>
            <pc:sldMk cId="2354064931" sldId="962"/>
            <ac:spMk id="22" creationId="{2BE23E38-312D-42E2-B96E-A9120C561052}"/>
          </ac:spMkLst>
        </pc:spChg>
        <pc:spChg chg="del">
          <ac:chgData name="Amaid Zia" userId="eacd6202-79e4-4aec-a873-103280f1e5ec" providerId="ADAL" clId="{9F2BFA50-5B85-4F89-B994-AA628E8C3C08}" dt="2020-09-16T05:44:29.342" v="481" actId="478"/>
          <ac:spMkLst>
            <pc:docMk/>
            <pc:sldMk cId="2354064931" sldId="962"/>
            <ac:spMk id="33" creationId="{3D5615E3-E78B-460A-93C7-07D1BA143F9C}"/>
          </ac:spMkLst>
        </pc:spChg>
        <pc:picChg chg="del">
          <ac:chgData name="Amaid Zia" userId="eacd6202-79e4-4aec-a873-103280f1e5ec" providerId="ADAL" clId="{9F2BFA50-5B85-4F89-B994-AA628E8C3C08}" dt="2020-09-16T05:38:28.979" v="387" actId="478"/>
          <ac:picMkLst>
            <pc:docMk/>
            <pc:sldMk cId="2354064931" sldId="962"/>
            <ac:picMk id="3" creationId="{0AEFE178-5DED-4C12-8099-6DA49DD334EF}"/>
          </ac:picMkLst>
        </pc:picChg>
      </pc:sldChg>
      <pc:sldChg chg="modSp add mod">
        <pc:chgData name="Amaid Zia" userId="eacd6202-79e4-4aec-a873-103280f1e5ec" providerId="ADAL" clId="{9F2BFA50-5B85-4F89-B994-AA628E8C3C08}" dt="2020-09-16T05:53:51.583" v="647"/>
        <pc:sldMkLst>
          <pc:docMk/>
          <pc:sldMk cId="3161112275" sldId="963"/>
        </pc:sldMkLst>
        <pc:spChg chg="mod">
          <ac:chgData name="Amaid Zia" userId="eacd6202-79e4-4aec-a873-103280f1e5ec" providerId="ADAL" clId="{9F2BFA50-5B85-4F89-B994-AA628E8C3C08}" dt="2020-09-16T05:53:51.583" v="647"/>
          <ac:spMkLst>
            <pc:docMk/>
            <pc:sldMk cId="3161112275" sldId="963"/>
            <ac:spMk id="6" creationId="{7571DA96-7630-4D4A-AE43-FE54EDF535CB}"/>
          </ac:spMkLst>
        </pc:spChg>
        <pc:picChg chg="mod">
          <ac:chgData name="Amaid Zia" userId="eacd6202-79e4-4aec-a873-103280f1e5ec" providerId="ADAL" clId="{9F2BFA50-5B85-4F89-B994-AA628E8C3C08}" dt="2020-09-16T05:53:40.683" v="645" actId="14826"/>
          <ac:picMkLst>
            <pc:docMk/>
            <pc:sldMk cId="3161112275" sldId="963"/>
            <ac:picMk id="5" creationId="{487A3C0E-C5CB-4A86-9B99-6AC08F700AB6}"/>
          </ac:picMkLst>
        </pc:picChg>
      </pc:sldChg>
      <pc:sldChg chg="addSp delSp modSp add mod delAnim modAnim">
        <pc:chgData name="Amaid Zia" userId="eacd6202-79e4-4aec-a873-103280f1e5ec" providerId="ADAL" clId="{9F2BFA50-5B85-4F89-B994-AA628E8C3C08}" dt="2020-09-16T06:12:32.462" v="797" actId="207"/>
        <pc:sldMkLst>
          <pc:docMk/>
          <pc:sldMk cId="2142588312" sldId="964"/>
        </pc:sldMkLst>
        <pc:spChg chg="del">
          <ac:chgData name="Amaid Zia" userId="eacd6202-79e4-4aec-a873-103280f1e5ec" providerId="ADAL" clId="{9F2BFA50-5B85-4F89-B994-AA628E8C3C08}" dt="2020-09-16T05:55:15.804" v="653" actId="478"/>
          <ac:spMkLst>
            <pc:docMk/>
            <pc:sldMk cId="2142588312" sldId="964"/>
            <ac:spMk id="6" creationId="{7571DA96-7630-4D4A-AE43-FE54EDF535CB}"/>
          </ac:spMkLst>
        </pc:spChg>
        <pc:spChg chg="mod">
          <ac:chgData name="Amaid Zia" userId="eacd6202-79e4-4aec-a873-103280f1e5ec" providerId="ADAL" clId="{9F2BFA50-5B85-4F89-B994-AA628E8C3C08}" dt="2020-09-16T05:58:37.313" v="708" actId="1076"/>
          <ac:spMkLst>
            <pc:docMk/>
            <pc:sldMk cId="2142588312" sldId="964"/>
            <ac:spMk id="12" creationId="{99797117-77EC-487C-AC12-14D95DCCAECD}"/>
          </ac:spMkLst>
        </pc:spChg>
        <pc:spChg chg="mod">
          <ac:chgData name="Amaid Zia" userId="eacd6202-79e4-4aec-a873-103280f1e5ec" providerId="ADAL" clId="{9F2BFA50-5B85-4F89-B994-AA628E8C3C08}" dt="2020-09-16T05:58:48.180" v="711" actId="1038"/>
          <ac:spMkLst>
            <pc:docMk/>
            <pc:sldMk cId="2142588312" sldId="964"/>
            <ac:spMk id="15" creationId="{0C240034-E8E1-4A0B-B5DC-6D8830D1AA09}"/>
          </ac:spMkLst>
        </pc:spChg>
        <pc:spChg chg="mod">
          <ac:chgData name="Amaid Zia" userId="eacd6202-79e4-4aec-a873-103280f1e5ec" providerId="ADAL" clId="{9F2BFA50-5B85-4F89-B994-AA628E8C3C08}" dt="2020-09-16T06:00:34.469" v="715"/>
          <ac:spMkLst>
            <pc:docMk/>
            <pc:sldMk cId="2142588312" sldId="964"/>
            <ac:spMk id="18" creationId="{30E495CF-3342-4920-8880-17473594B04C}"/>
          </ac:spMkLst>
        </pc:spChg>
        <pc:spChg chg="mod">
          <ac:chgData name="Amaid Zia" userId="eacd6202-79e4-4aec-a873-103280f1e5ec" providerId="ADAL" clId="{9F2BFA50-5B85-4F89-B994-AA628E8C3C08}" dt="2020-09-16T06:10:33.424" v="780" actId="20577"/>
          <ac:spMkLst>
            <pc:docMk/>
            <pc:sldMk cId="2142588312" sldId="964"/>
            <ac:spMk id="20" creationId="{B6FE44AB-54C8-4EBB-A491-CAA40C772EA8}"/>
          </ac:spMkLst>
        </pc:spChg>
        <pc:spChg chg="mod">
          <ac:chgData name="Amaid Zia" userId="eacd6202-79e4-4aec-a873-103280f1e5ec" providerId="ADAL" clId="{9F2BFA50-5B85-4F89-B994-AA628E8C3C08}" dt="2020-09-16T06:03:05.968" v="762" actId="14826"/>
          <ac:spMkLst>
            <pc:docMk/>
            <pc:sldMk cId="2142588312" sldId="964"/>
            <ac:spMk id="22" creationId="{82DA748A-87FF-4EB8-BE8A-098AD5FAC66F}"/>
          </ac:spMkLst>
        </pc:spChg>
        <pc:spChg chg="del mod">
          <ac:chgData name="Amaid Zia" userId="eacd6202-79e4-4aec-a873-103280f1e5ec" providerId="ADAL" clId="{9F2BFA50-5B85-4F89-B994-AA628E8C3C08}" dt="2020-09-16T06:03:12.664" v="763" actId="478"/>
          <ac:spMkLst>
            <pc:docMk/>
            <pc:sldMk cId="2142588312" sldId="964"/>
            <ac:spMk id="24" creationId="{14098FF4-6574-4581-A0AC-E4D90E1CF55B}"/>
          </ac:spMkLst>
        </pc:spChg>
        <pc:spChg chg="mod">
          <ac:chgData name="Amaid Zia" userId="eacd6202-79e4-4aec-a873-103280f1e5ec" providerId="ADAL" clId="{9F2BFA50-5B85-4F89-B994-AA628E8C3C08}" dt="2020-09-16T06:10:38.237" v="782" actId="20577"/>
          <ac:spMkLst>
            <pc:docMk/>
            <pc:sldMk cId="2142588312" sldId="964"/>
            <ac:spMk id="25" creationId="{5155CFC7-5A32-4E07-8716-E861499D5824}"/>
          </ac:spMkLst>
        </pc:spChg>
        <pc:spChg chg="mod">
          <ac:chgData name="Amaid Zia" userId="eacd6202-79e4-4aec-a873-103280f1e5ec" providerId="ADAL" clId="{9F2BFA50-5B85-4F89-B994-AA628E8C3C08}" dt="2020-09-16T06:11:18.210" v="791" actId="207"/>
          <ac:spMkLst>
            <pc:docMk/>
            <pc:sldMk cId="2142588312" sldId="964"/>
            <ac:spMk id="27" creationId="{3119B1D4-80BF-4ECC-B096-B0E02B4E2D68}"/>
          </ac:spMkLst>
        </pc:spChg>
        <pc:spChg chg="mod">
          <ac:chgData name="Amaid Zia" userId="eacd6202-79e4-4aec-a873-103280f1e5ec" providerId="ADAL" clId="{9F2BFA50-5B85-4F89-B994-AA628E8C3C08}" dt="2020-09-16T06:11:18.210" v="791" actId="207"/>
          <ac:spMkLst>
            <pc:docMk/>
            <pc:sldMk cId="2142588312" sldId="964"/>
            <ac:spMk id="29" creationId="{83BAE78E-565C-4783-BBFF-FA7F5D855154}"/>
          </ac:spMkLst>
        </pc:spChg>
        <pc:spChg chg="mod">
          <ac:chgData name="Amaid Zia" userId="eacd6202-79e4-4aec-a873-103280f1e5ec" providerId="ADAL" clId="{9F2BFA50-5B85-4F89-B994-AA628E8C3C08}" dt="2020-09-16T06:12:32.462" v="797" actId="207"/>
          <ac:spMkLst>
            <pc:docMk/>
            <pc:sldMk cId="2142588312" sldId="964"/>
            <ac:spMk id="31" creationId="{741A1394-C321-4520-BD00-75C8DE3FCCCD}"/>
          </ac:spMkLst>
        </pc:spChg>
        <pc:spChg chg="del mod">
          <ac:chgData name="Amaid Zia" userId="eacd6202-79e4-4aec-a873-103280f1e5ec" providerId="ADAL" clId="{9F2BFA50-5B85-4F89-B994-AA628E8C3C08}" dt="2020-09-16T06:03:30.232" v="764" actId="478"/>
          <ac:spMkLst>
            <pc:docMk/>
            <pc:sldMk cId="2142588312" sldId="964"/>
            <ac:spMk id="33" creationId="{58B52BFF-1424-401D-B356-5427D5BF5DA3}"/>
          </ac:spMkLst>
        </pc:spChg>
        <pc:spChg chg="mod">
          <ac:chgData name="Amaid Zia" userId="eacd6202-79e4-4aec-a873-103280f1e5ec" providerId="ADAL" clId="{9F2BFA50-5B85-4F89-B994-AA628E8C3C08}" dt="2020-09-16T06:10:56.670" v="790" actId="20577"/>
          <ac:spMkLst>
            <pc:docMk/>
            <pc:sldMk cId="2142588312" sldId="964"/>
            <ac:spMk id="35" creationId="{B6D512C8-E0AE-4570-B02E-FC54B4BE3F50}"/>
          </ac:spMkLst>
        </pc:spChg>
        <pc:grpChg chg="add mod">
          <ac:chgData name="Amaid Zia" userId="eacd6202-79e4-4aec-a873-103280f1e5ec" providerId="ADAL" clId="{9F2BFA50-5B85-4F89-B994-AA628E8C3C08}" dt="2020-09-16T06:09:20.302" v="767" actId="1076"/>
          <ac:grpSpMkLst>
            <pc:docMk/>
            <pc:sldMk cId="2142588312" sldId="964"/>
            <ac:grpSpMk id="17" creationId="{D7151B0A-2770-42B2-9EF5-2B8C3DCE27AA}"/>
          </ac:grpSpMkLst>
        </pc:grpChg>
        <pc:grpChg chg="add mod">
          <ac:chgData name="Amaid Zia" userId="eacd6202-79e4-4aec-a873-103280f1e5ec" providerId="ADAL" clId="{9F2BFA50-5B85-4F89-B994-AA628E8C3C08}" dt="2020-09-16T06:09:23.535" v="768" actId="1076"/>
          <ac:grpSpMkLst>
            <pc:docMk/>
            <pc:sldMk cId="2142588312" sldId="964"/>
            <ac:grpSpMk id="21" creationId="{D8D7C49C-BB77-4397-A027-99AB53B6DDB5}"/>
          </ac:grpSpMkLst>
        </pc:grpChg>
        <pc:grpChg chg="add mod ord">
          <ac:chgData name="Amaid Zia" userId="eacd6202-79e4-4aec-a873-103280f1e5ec" providerId="ADAL" clId="{9F2BFA50-5B85-4F89-B994-AA628E8C3C08}" dt="2020-09-16T06:11:47.255" v="793" actId="167"/>
          <ac:grpSpMkLst>
            <pc:docMk/>
            <pc:sldMk cId="2142588312" sldId="964"/>
            <ac:grpSpMk id="26" creationId="{60ABFE10-65BC-45E5-8860-DD15403D62B0}"/>
          </ac:grpSpMkLst>
        </pc:grpChg>
        <pc:grpChg chg="add mod">
          <ac:chgData name="Amaid Zia" userId="eacd6202-79e4-4aec-a873-103280f1e5ec" providerId="ADAL" clId="{9F2BFA50-5B85-4F89-B994-AA628E8C3C08}" dt="2020-09-16T06:09:42.398" v="770" actId="1076"/>
          <ac:grpSpMkLst>
            <pc:docMk/>
            <pc:sldMk cId="2142588312" sldId="964"/>
            <ac:grpSpMk id="30" creationId="{719304FA-4671-4034-92B8-A39555D7C341}"/>
          </ac:grpSpMkLst>
        </pc:grpChg>
        <pc:graphicFrameChg chg="add del mod modGraphic">
          <ac:chgData name="Amaid Zia" userId="eacd6202-79e4-4aec-a873-103280f1e5ec" providerId="ADAL" clId="{9F2BFA50-5B85-4F89-B994-AA628E8C3C08}" dt="2020-09-16T06:00:23.032" v="714" actId="478"/>
          <ac:graphicFrameMkLst>
            <pc:docMk/>
            <pc:sldMk cId="2142588312" sldId="964"/>
            <ac:graphicFrameMk id="3" creationId="{D15B9A8A-67D8-4F33-BC9A-BC109AC7705B}"/>
          </ac:graphicFrameMkLst>
        </pc:graphicFrameChg>
        <pc:picChg chg="del">
          <ac:chgData name="Amaid Zia" userId="eacd6202-79e4-4aec-a873-103280f1e5ec" providerId="ADAL" clId="{9F2BFA50-5B85-4F89-B994-AA628E8C3C08}" dt="2020-09-16T05:55:13.175" v="652" actId="478"/>
          <ac:picMkLst>
            <pc:docMk/>
            <pc:sldMk cId="2142588312" sldId="964"/>
            <ac:picMk id="5" creationId="{487A3C0E-C5CB-4A86-9B99-6AC08F700AB6}"/>
          </ac:picMkLst>
        </pc:picChg>
        <pc:picChg chg="mod">
          <ac:chgData name="Amaid Zia" userId="eacd6202-79e4-4aec-a873-103280f1e5ec" providerId="ADAL" clId="{9F2BFA50-5B85-4F89-B994-AA628E8C3C08}" dt="2020-09-16T06:00:34.469" v="715"/>
          <ac:picMkLst>
            <pc:docMk/>
            <pc:sldMk cId="2142588312" sldId="964"/>
            <ac:picMk id="19" creationId="{D5FBF5F2-BDAB-4839-8586-FEFA1D8C9E29}"/>
          </ac:picMkLst>
        </pc:picChg>
        <pc:picChg chg="mod">
          <ac:chgData name="Amaid Zia" userId="eacd6202-79e4-4aec-a873-103280f1e5ec" providerId="ADAL" clId="{9F2BFA50-5B85-4F89-B994-AA628E8C3C08}" dt="2020-09-16T06:03:05.968" v="762" actId="14826"/>
          <ac:picMkLst>
            <pc:docMk/>
            <pc:sldMk cId="2142588312" sldId="964"/>
            <ac:picMk id="23" creationId="{46959EEB-B8BA-4873-B1E8-84895226A4B6}"/>
          </ac:picMkLst>
        </pc:picChg>
        <pc:picChg chg="mod ord">
          <ac:chgData name="Amaid Zia" userId="eacd6202-79e4-4aec-a873-103280f1e5ec" providerId="ADAL" clId="{9F2BFA50-5B85-4F89-B994-AA628E8C3C08}" dt="2020-09-16T06:12:07.997" v="796" actId="207"/>
          <ac:picMkLst>
            <pc:docMk/>
            <pc:sldMk cId="2142588312" sldId="964"/>
            <ac:picMk id="28" creationId="{F3C61445-6AC1-4657-BAC6-8C677DCE0170}"/>
          </ac:picMkLst>
        </pc:picChg>
        <pc:picChg chg="mod">
          <ac:chgData name="Amaid Zia" userId="eacd6202-79e4-4aec-a873-103280f1e5ec" providerId="ADAL" clId="{9F2BFA50-5B85-4F89-B994-AA628E8C3C08}" dt="2020-09-16T06:08:16.189" v="766" actId="14826"/>
          <ac:picMkLst>
            <pc:docMk/>
            <pc:sldMk cId="2142588312" sldId="964"/>
            <ac:picMk id="32" creationId="{64261A24-E072-444F-AA42-A10F94C9E74F}"/>
          </ac:picMkLst>
        </pc:picChg>
      </pc:sldChg>
      <pc:sldMasterChg chg="modSldLayout">
        <pc:chgData name="Amaid Zia" userId="eacd6202-79e4-4aec-a873-103280f1e5ec" providerId="ADAL" clId="{9F2BFA50-5B85-4F89-B994-AA628E8C3C08}" dt="2020-09-16T05:43:18.349" v="480" actId="22"/>
        <pc:sldMasterMkLst>
          <pc:docMk/>
          <pc:sldMasterMk cId="2172274440" sldId="2147483912"/>
        </pc:sldMasterMkLst>
        <pc:sldLayoutChg chg="addSp delSp mod">
          <pc:chgData name="Amaid Zia" userId="eacd6202-79e4-4aec-a873-103280f1e5ec" providerId="ADAL" clId="{9F2BFA50-5B85-4F89-B994-AA628E8C3C08}" dt="2020-09-16T05:08:47.054" v="56" actId="22"/>
          <pc:sldLayoutMkLst>
            <pc:docMk/>
            <pc:sldMasterMk cId="2172274440" sldId="2147483912"/>
            <pc:sldLayoutMk cId="2002589839" sldId="2147483915"/>
          </pc:sldLayoutMkLst>
          <pc:spChg chg="add del">
            <ac:chgData name="Amaid Zia" userId="eacd6202-79e4-4aec-a873-103280f1e5ec" providerId="ADAL" clId="{9F2BFA50-5B85-4F89-B994-AA628E8C3C08}" dt="2020-09-16T05:08:44.467" v="54" actId="22"/>
            <ac:spMkLst>
              <pc:docMk/>
              <pc:sldMasterMk cId="2172274440" sldId="2147483912"/>
              <pc:sldLayoutMk cId="2002589839" sldId="2147483915"/>
              <ac:spMk id="4" creationId="{366FAFD2-BAB0-4D2E-B27A-2D3F952EBF2D}"/>
            </ac:spMkLst>
          </pc:spChg>
          <pc:spChg chg="add">
            <ac:chgData name="Amaid Zia" userId="eacd6202-79e4-4aec-a873-103280f1e5ec" providerId="ADAL" clId="{9F2BFA50-5B85-4F89-B994-AA628E8C3C08}" dt="2020-09-16T05:08:47.054" v="56" actId="22"/>
            <ac:spMkLst>
              <pc:docMk/>
              <pc:sldMasterMk cId="2172274440" sldId="2147483912"/>
              <pc:sldLayoutMk cId="2002589839" sldId="2147483915"/>
              <ac:spMk id="7" creationId="{7311C162-D330-4340-8E08-5AE278FF8F08}"/>
            </ac:spMkLst>
          </pc:spChg>
          <pc:spChg chg="del">
            <ac:chgData name="Amaid Zia" userId="eacd6202-79e4-4aec-a873-103280f1e5ec" providerId="ADAL" clId="{9F2BFA50-5B85-4F89-B994-AA628E8C3C08}" dt="2020-09-16T05:08:45.764" v="55" actId="478"/>
            <ac:spMkLst>
              <pc:docMk/>
              <pc:sldMasterMk cId="2172274440" sldId="2147483912"/>
              <pc:sldLayoutMk cId="2002589839" sldId="2147483915"/>
              <ac:spMk id="13" creationId="{77BC4BE8-E96A-4D50-8E62-2E0F4CF30CBB}"/>
            </ac:spMkLst>
          </pc:spChg>
        </pc:sldLayoutChg>
        <pc:sldLayoutChg chg="addSp delSp mod">
          <pc:chgData name="Amaid Zia" userId="eacd6202-79e4-4aec-a873-103280f1e5ec" providerId="ADAL" clId="{9F2BFA50-5B85-4F89-B994-AA628E8C3C08}" dt="2020-09-16T05:20:36.376" v="185" actId="22"/>
          <pc:sldLayoutMkLst>
            <pc:docMk/>
            <pc:sldMasterMk cId="2172274440" sldId="2147483912"/>
            <pc:sldLayoutMk cId="1502132380" sldId="2147483916"/>
          </pc:sldLayoutMkLst>
          <pc:spChg chg="add">
            <ac:chgData name="Amaid Zia" userId="eacd6202-79e4-4aec-a873-103280f1e5ec" providerId="ADAL" clId="{9F2BFA50-5B85-4F89-B994-AA628E8C3C08}" dt="2020-09-16T05:20:36.376" v="185" actId="22"/>
            <ac:spMkLst>
              <pc:docMk/>
              <pc:sldMasterMk cId="2172274440" sldId="2147483912"/>
              <pc:sldLayoutMk cId="1502132380" sldId="2147483916"/>
              <ac:spMk id="5" creationId="{BC684ED8-D85F-47E1-9855-2BDAF9819377}"/>
            </ac:spMkLst>
          </pc:spChg>
          <pc:spChg chg="del">
            <ac:chgData name="Amaid Zia" userId="eacd6202-79e4-4aec-a873-103280f1e5ec" providerId="ADAL" clId="{9F2BFA50-5B85-4F89-B994-AA628E8C3C08}" dt="2020-09-16T05:20:35.001" v="184" actId="478"/>
            <ac:spMkLst>
              <pc:docMk/>
              <pc:sldMasterMk cId="2172274440" sldId="2147483912"/>
              <pc:sldLayoutMk cId="1502132380" sldId="2147483916"/>
              <ac:spMk id="8" creationId="{EAA9A1D6-3143-4943-B065-9ABD460189CD}"/>
            </ac:spMkLst>
          </pc:spChg>
        </pc:sldLayoutChg>
        <pc:sldLayoutChg chg="addSp delSp mod">
          <pc:chgData name="Amaid Zia" userId="eacd6202-79e4-4aec-a873-103280f1e5ec" providerId="ADAL" clId="{9F2BFA50-5B85-4F89-B994-AA628E8C3C08}" dt="2020-09-16T05:20:20.767" v="181" actId="22"/>
          <pc:sldLayoutMkLst>
            <pc:docMk/>
            <pc:sldMasterMk cId="2172274440" sldId="2147483912"/>
            <pc:sldLayoutMk cId="1417909602" sldId="2147483918"/>
          </pc:sldLayoutMkLst>
          <pc:spChg chg="add">
            <ac:chgData name="Amaid Zia" userId="eacd6202-79e4-4aec-a873-103280f1e5ec" providerId="ADAL" clId="{9F2BFA50-5B85-4F89-B994-AA628E8C3C08}" dt="2020-09-16T05:20:20.767" v="181" actId="22"/>
            <ac:spMkLst>
              <pc:docMk/>
              <pc:sldMasterMk cId="2172274440" sldId="2147483912"/>
              <pc:sldLayoutMk cId="1417909602" sldId="2147483918"/>
              <ac:spMk id="3" creationId="{DC74AA83-3AF4-4825-AD7F-08410963A9A3}"/>
            </ac:spMkLst>
          </pc:spChg>
          <pc:spChg chg="del">
            <ac:chgData name="Amaid Zia" userId="eacd6202-79e4-4aec-a873-103280f1e5ec" providerId="ADAL" clId="{9F2BFA50-5B85-4F89-B994-AA628E8C3C08}" dt="2020-09-16T05:20:19.486" v="180" actId="478"/>
            <ac:spMkLst>
              <pc:docMk/>
              <pc:sldMasterMk cId="2172274440" sldId="2147483912"/>
              <pc:sldLayoutMk cId="1417909602" sldId="2147483918"/>
              <ac:spMk id="6" creationId="{0C22BBAD-9C55-4DA9-86CE-0159F47E14A8}"/>
            </ac:spMkLst>
          </pc:spChg>
        </pc:sldLayoutChg>
        <pc:sldLayoutChg chg="addSp delSp mod">
          <pc:chgData name="Amaid Zia" userId="eacd6202-79e4-4aec-a873-103280f1e5ec" providerId="ADAL" clId="{9F2BFA50-5B85-4F89-B994-AA628E8C3C08}" dt="2020-09-16T05:20:45.141" v="187" actId="22"/>
          <pc:sldLayoutMkLst>
            <pc:docMk/>
            <pc:sldMasterMk cId="2172274440" sldId="2147483912"/>
            <pc:sldLayoutMk cId="3377063281" sldId="2147483920"/>
          </pc:sldLayoutMkLst>
          <pc:spChg chg="add">
            <ac:chgData name="Amaid Zia" userId="eacd6202-79e4-4aec-a873-103280f1e5ec" providerId="ADAL" clId="{9F2BFA50-5B85-4F89-B994-AA628E8C3C08}" dt="2020-09-16T05:20:45.141" v="187" actId="22"/>
            <ac:spMkLst>
              <pc:docMk/>
              <pc:sldMasterMk cId="2172274440" sldId="2147483912"/>
              <pc:sldLayoutMk cId="3377063281" sldId="2147483920"/>
              <ac:spMk id="5" creationId="{E1801E0B-3A6A-4F8B-901E-D0D0D9EECB33}"/>
            </ac:spMkLst>
          </pc:spChg>
          <pc:spChg chg="del">
            <ac:chgData name="Amaid Zia" userId="eacd6202-79e4-4aec-a873-103280f1e5ec" providerId="ADAL" clId="{9F2BFA50-5B85-4F89-B994-AA628E8C3C08}" dt="2020-09-16T05:20:43.845" v="186" actId="478"/>
            <ac:spMkLst>
              <pc:docMk/>
              <pc:sldMasterMk cId="2172274440" sldId="2147483912"/>
              <pc:sldLayoutMk cId="3377063281" sldId="2147483920"/>
              <ac:spMk id="8" creationId="{87491A10-BC46-4AF0-9439-BF869FCAAB22}"/>
            </ac:spMkLst>
          </pc:spChg>
        </pc:sldLayoutChg>
        <pc:sldLayoutChg chg="addSp delSp mod">
          <pc:chgData name="Amaid Zia" userId="eacd6202-79e4-4aec-a873-103280f1e5ec" providerId="ADAL" clId="{9F2BFA50-5B85-4F89-B994-AA628E8C3C08}" dt="2020-09-16T05:20:53.797" v="189" actId="22"/>
          <pc:sldLayoutMkLst>
            <pc:docMk/>
            <pc:sldMasterMk cId="2172274440" sldId="2147483912"/>
            <pc:sldLayoutMk cId="3369130199" sldId="2147483921"/>
          </pc:sldLayoutMkLst>
          <pc:spChg chg="add">
            <ac:chgData name="Amaid Zia" userId="eacd6202-79e4-4aec-a873-103280f1e5ec" providerId="ADAL" clId="{9F2BFA50-5B85-4F89-B994-AA628E8C3C08}" dt="2020-09-16T05:20:53.797" v="189" actId="22"/>
            <ac:spMkLst>
              <pc:docMk/>
              <pc:sldMasterMk cId="2172274440" sldId="2147483912"/>
              <pc:sldLayoutMk cId="3369130199" sldId="2147483921"/>
              <ac:spMk id="5" creationId="{898AF219-0434-4109-BEB3-AFA1808351AF}"/>
            </ac:spMkLst>
          </pc:spChg>
          <pc:spChg chg="del">
            <ac:chgData name="Amaid Zia" userId="eacd6202-79e4-4aec-a873-103280f1e5ec" providerId="ADAL" clId="{9F2BFA50-5B85-4F89-B994-AA628E8C3C08}" dt="2020-09-16T05:20:52.594" v="188" actId="478"/>
            <ac:spMkLst>
              <pc:docMk/>
              <pc:sldMasterMk cId="2172274440" sldId="2147483912"/>
              <pc:sldLayoutMk cId="3369130199" sldId="2147483921"/>
              <ac:spMk id="8" creationId="{D5765C5E-DDA8-4641-A70E-EC0AAB4BDF81}"/>
            </ac:spMkLst>
          </pc:spChg>
        </pc:sldLayoutChg>
        <pc:sldLayoutChg chg="addSp delSp mod">
          <pc:chgData name="Amaid Zia" userId="eacd6202-79e4-4aec-a873-103280f1e5ec" providerId="ADAL" clId="{9F2BFA50-5B85-4F89-B994-AA628E8C3C08}" dt="2020-09-16T05:43:18.349" v="480" actId="22"/>
          <pc:sldLayoutMkLst>
            <pc:docMk/>
            <pc:sldMasterMk cId="2172274440" sldId="2147483912"/>
            <pc:sldLayoutMk cId="1264084396" sldId="2147483925"/>
          </pc:sldLayoutMkLst>
          <pc:spChg chg="add">
            <ac:chgData name="Amaid Zia" userId="eacd6202-79e4-4aec-a873-103280f1e5ec" providerId="ADAL" clId="{9F2BFA50-5B85-4F89-B994-AA628E8C3C08}" dt="2020-09-16T05:43:18.349" v="480" actId="22"/>
            <ac:spMkLst>
              <pc:docMk/>
              <pc:sldMasterMk cId="2172274440" sldId="2147483912"/>
              <pc:sldLayoutMk cId="1264084396" sldId="2147483925"/>
              <ac:spMk id="4" creationId="{DF134BEE-A5E6-4412-8FD9-8901D70DA06E}"/>
            </ac:spMkLst>
          </pc:spChg>
          <pc:spChg chg="del">
            <ac:chgData name="Amaid Zia" userId="eacd6202-79e4-4aec-a873-103280f1e5ec" providerId="ADAL" clId="{9F2BFA50-5B85-4F89-B994-AA628E8C3C08}" dt="2020-09-16T05:43:17.038" v="479" actId="478"/>
            <ac:spMkLst>
              <pc:docMk/>
              <pc:sldMasterMk cId="2172274440" sldId="2147483912"/>
              <pc:sldLayoutMk cId="1264084396" sldId="2147483925"/>
              <ac:spMk id="13" creationId="{20646DE4-78DE-495F-8082-385026541A78}"/>
            </ac:spMkLst>
          </pc:spChg>
        </pc:sldLayoutChg>
        <pc:sldLayoutChg chg="modSp mod">
          <pc:chgData name="Amaid Zia" userId="eacd6202-79e4-4aec-a873-103280f1e5ec" providerId="ADAL" clId="{9F2BFA50-5B85-4F89-B994-AA628E8C3C08}" dt="2020-09-16T05:04:54.246" v="31"/>
          <pc:sldLayoutMkLst>
            <pc:docMk/>
            <pc:sldMasterMk cId="2172274440" sldId="2147483912"/>
            <pc:sldLayoutMk cId="427953429" sldId="2147483926"/>
          </pc:sldLayoutMkLst>
          <pc:spChg chg="mod">
            <ac:chgData name="Amaid Zia" userId="eacd6202-79e4-4aec-a873-103280f1e5ec" providerId="ADAL" clId="{9F2BFA50-5B85-4F89-B994-AA628E8C3C08}" dt="2020-09-16T05:04:54.246" v="31"/>
            <ac:spMkLst>
              <pc:docMk/>
              <pc:sldMasterMk cId="2172274440" sldId="2147483912"/>
              <pc:sldLayoutMk cId="427953429" sldId="2147483926"/>
              <ac:spMk id="15" creationId="{0AE48E21-BD65-464F-9C9D-90856417669C}"/>
            </ac:spMkLst>
          </pc:spChg>
        </pc:sldLayoutChg>
        <pc:sldLayoutChg chg="addSp delSp mod">
          <pc:chgData name="Amaid Zia" userId="eacd6202-79e4-4aec-a873-103280f1e5ec" providerId="ADAL" clId="{9F2BFA50-5B85-4F89-B994-AA628E8C3C08}" dt="2020-09-16T05:06:38.223" v="35" actId="22"/>
          <pc:sldLayoutMkLst>
            <pc:docMk/>
            <pc:sldMasterMk cId="2172274440" sldId="2147483912"/>
            <pc:sldLayoutMk cId="201068013" sldId="2147483927"/>
          </pc:sldLayoutMkLst>
          <pc:spChg chg="add del">
            <ac:chgData name="Amaid Zia" userId="eacd6202-79e4-4aec-a873-103280f1e5ec" providerId="ADAL" clId="{9F2BFA50-5B85-4F89-B994-AA628E8C3C08}" dt="2020-09-16T05:06:31.893" v="33" actId="22"/>
            <ac:spMkLst>
              <pc:docMk/>
              <pc:sldMasterMk cId="2172274440" sldId="2147483912"/>
              <pc:sldLayoutMk cId="201068013" sldId="2147483927"/>
              <ac:spMk id="4" creationId="{1205FA28-467E-40CB-8714-7FE7E7A26C79}"/>
            </ac:spMkLst>
          </pc:spChg>
          <pc:spChg chg="add">
            <ac:chgData name="Amaid Zia" userId="eacd6202-79e4-4aec-a873-103280f1e5ec" providerId="ADAL" clId="{9F2BFA50-5B85-4F89-B994-AA628E8C3C08}" dt="2020-09-16T05:06:38.223" v="35" actId="22"/>
            <ac:spMkLst>
              <pc:docMk/>
              <pc:sldMasterMk cId="2172274440" sldId="2147483912"/>
              <pc:sldLayoutMk cId="201068013" sldId="2147483927"/>
              <ac:spMk id="8" creationId="{07913677-6F8F-421C-82F6-5E78A91C1CF1}"/>
            </ac:spMkLst>
          </pc:spChg>
          <pc:spChg chg="del">
            <ac:chgData name="Amaid Zia" userId="eacd6202-79e4-4aec-a873-103280f1e5ec" providerId="ADAL" clId="{9F2BFA50-5B85-4F89-B994-AA628E8C3C08}" dt="2020-09-16T05:06:36.895" v="34" actId="478"/>
            <ac:spMkLst>
              <pc:docMk/>
              <pc:sldMasterMk cId="2172274440" sldId="2147483912"/>
              <pc:sldLayoutMk cId="201068013" sldId="2147483927"/>
              <ac:spMk id="13" creationId="{C1DBFEC4-25D1-4CBF-A5C6-B7D26C213C7E}"/>
            </ac:spMkLst>
          </pc:spChg>
        </pc:sldLayoutChg>
        <pc:sldLayoutChg chg="addSp delSp mod">
          <pc:chgData name="Amaid Zia" userId="eacd6202-79e4-4aec-a873-103280f1e5ec" providerId="ADAL" clId="{9F2BFA50-5B85-4F89-B994-AA628E8C3C08}" dt="2020-09-16T05:10:20.371" v="70" actId="22"/>
          <pc:sldLayoutMkLst>
            <pc:docMk/>
            <pc:sldMasterMk cId="2172274440" sldId="2147483912"/>
            <pc:sldLayoutMk cId="1886639738" sldId="2147483929"/>
          </pc:sldLayoutMkLst>
          <pc:spChg chg="add">
            <ac:chgData name="Amaid Zia" userId="eacd6202-79e4-4aec-a873-103280f1e5ec" providerId="ADAL" clId="{9F2BFA50-5B85-4F89-B994-AA628E8C3C08}" dt="2020-09-16T05:10:20.371" v="70" actId="22"/>
            <ac:spMkLst>
              <pc:docMk/>
              <pc:sldMasterMk cId="2172274440" sldId="2147483912"/>
              <pc:sldLayoutMk cId="1886639738" sldId="2147483929"/>
              <ac:spMk id="4" creationId="{665BC14E-7186-445D-A992-EF39F6DDDC86}"/>
            </ac:spMkLst>
          </pc:spChg>
          <pc:spChg chg="del">
            <ac:chgData name="Amaid Zia" userId="eacd6202-79e4-4aec-a873-103280f1e5ec" providerId="ADAL" clId="{9F2BFA50-5B85-4F89-B994-AA628E8C3C08}" dt="2020-09-16T05:10:18.855" v="69" actId="478"/>
            <ac:spMkLst>
              <pc:docMk/>
              <pc:sldMasterMk cId="2172274440" sldId="2147483912"/>
              <pc:sldLayoutMk cId="1886639738" sldId="2147483929"/>
              <ac:spMk id="13" creationId="{C2394CBB-79D6-4E96-A9D9-6D6B1DD96DE5}"/>
            </ac:spMkLst>
          </pc:spChg>
        </pc:sldLayoutChg>
        <pc:sldLayoutChg chg="addSp delSp mod">
          <pc:chgData name="Amaid Zia" userId="eacd6202-79e4-4aec-a873-103280f1e5ec" providerId="ADAL" clId="{9F2BFA50-5B85-4F89-B994-AA628E8C3C08}" dt="2020-09-16T05:08:36.975" v="52" actId="22"/>
          <pc:sldLayoutMkLst>
            <pc:docMk/>
            <pc:sldMasterMk cId="2172274440" sldId="2147483912"/>
            <pc:sldLayoutMk cId="1197236224" sldId="2147483936"/>
          </pc:sldLayoutMkLst>
          <pc:spChg chg="add">
            <ac:chgData name="Amaid Zia" userId="eacd6202-79e4-4aec-a873-103280f1e5ec" providerId="ADAL" clId="{9F2BFA50-5B85-4F89-B994-AA628E8C3C08}" dt="2020-09-16T05:08:36.975" v="52" actId="22"/>
            <ac:spMkLst>
              <pc:docMk/>
              <pc:sldMasterMk cId="2172274440" sldId="2147483912"/>
              <pc:sldLayoutMk cId="1197236224" sldId="2147483936"/>
              <ac:spMk id="4" creationId="{13C489F8-3CF4-48B5-8581-752DCBD80FF2}"/>
            </ac:spMkLst>
          </pc:spChg>
          <pc:spChg chg="del">
            <ac:chgData name="Amaid Zia" userId="eacd6202-79e4-4aec-a873-103280f1e5ec" providerId="ADAL" clId="{9F2BFA50-5B85-4F89-B994-AA628E8C3C08}" dt="2020-09-16T05:08:35.631" v="51" actId="478"/>
            <ac:spMkLst>
              <pc:docMk/>
              <pc:sldMasterMk cId="2172274440" sldId="2147483912"/>
              <pc:sldLayoutMk cId="1197236224" sldId="2147483936"/>
              <ac:spMk id="13" creationId="{5EB94724-3A50-47F8-B87D-E06C92D5A824}"/>
            </ac:spMkLst>
          </pc:spChg>
        </pc:sldLayoutChg>
        <pc:sldLayoutChg chg="addSp delSp mod">
          <pc:chgData name="Amaid Zia" userId="eacd6202-79e4-4aec-a873-103280f1e5ec" providerId="ADAL" clId="{9F2BFA50-5B85-4F89-B994-AA628E8C3C08}" dt="2020-09-16T05:10:40.497" v="76" actId="22"/>
          <pc:sldLayoutMkLst>
            <pc:docMk/>
            <pc:sldMasterMk cId="2172274440" sldId="2147483912"/>
            <pc:sldLayoutMk cId="1863618137" sldId="2147483937"/>
          </pc:sldLayoutMkLst>
          <pc:spChg chg="add">
            <ac:chgData name="Amaid Zia" userId="eacd6202-79e4-4aec-a873-103280f1e5ec" providerId="ADAL" clId="{9F2BFA50-5B85-4F89-B994-AA628E8C3C08}" dt="2020-09-16T05:10:40.497" v="76" actId="22"/>
            <ac:spMkLst>
              <pc:docMk/>
              <pc:sldMasterMk cId="2172274440" sldId="2147483912"/>
              <pc:sldLayoutMk cId="1863618137" sldId="2147483937"/>
              <ac:spMk id="4" creationId="{EECF321A-F397-485F-95E5-C2CA8CAD37C2}"/>
            </ac:spMkLst>
          </pc:spChg>
          <pc:spChg chg="del">
            <ac:chgData name="Amaid Zia" userId="eacd6202-79e4-4aec-a873-103280f1e5ec" providerId="ADAL" clId="{9F2BFA50-5B85-4F89-B994-AA628E8C3C08}" dt="2020-09-16T05:10:39.635" v="75" actId="478"/>
            <ac:spMkLst>
              <pc:docMk/>
              <pc:sldMasterMk cId="2172274440" sldId="2147483912"/>
              <pc:sldLayoutMk cId="1863618137" sldId="2147483937"/>
              <ac:spMk id="12" creationId="{99A67C2B-2175-4182-AC12-59CDCE7DD30C}"/>
            </ac:spMkLst>
          </pc:spChg>
        </pc:sldLayoutChg>
        <pc:sldLayoutChg chg="addSp delSp mod">
          <pc:chgData name="Amaid Zia" userId="eacd6202-79e4-4aec-a873-103280f1e5ec" providerId="ADAL" clId="{9F2BFA50-5B85-4F89-B994-AA628E8C3C08}" dt="2020-09-16T05:10:59.594" v="80" actId="22"/>
          <pc:sldLayoutMkLst>
            <pc:docMk/>
            <pc:sldMasterMk cId="2172274440" sldId="2147483912"/>
            <pc:sldLayoutMk cId="96649768" sldId="2147483938"/>
          </pc:sldLayoutMkLst>
          <pc:spChg chg="add">
            <ac:chgData name="Amaid Zia" userId="eacd6202-79e4-4aec-a873-103280f1e5ec" providerId="ADAL" clId="{9F2BFA50-5B85-4F89-B994-AA628E8C3C08}" dt="2020-09-16T05:10:59.594" v="80" actId="22"/>
            <ac:spMkLst>
              <pc:docMk/>
              <pc:sldMasterMk cId="2172274440" sldId="2147483912"/>
              <pc:sldLayoutMk cId="96649768" sldId="2147483938"/>
              <ac:spMk id="2" creationId="{461E81A0-E5DA-4EAB-9A9D-BE912C0743A4}"/>
            </ac:spMkLst>
          </pc:spChg>
          <pc:spChg chg="del">
            <ac:chgData name="Amaid Zia" userId="eacd6202-79e4-4aec-a873-103280f1e5ec" providerId="ADAL" clId="{9F2BFA50-5B85-4F89-B994-AA628E8C3C08}" dt="2020-09-16T05:10:58.969" v="79" actId="478"/>
            <ac:spMkLst>
              <pc:docMk/>
              <pc:sldMasterMk cId="2172274440" sldId="2147483912"/>
              <pc:sldLayoutMk cId="96649768" sldId="2147483938"/>
              <ac:spMk id="12" creationId="{F5707AC3-E27D-4F7E-9BD0-17AE02446F31}"/>
            </ac:spMkLst>
          </pc:spChg>
        </pc:sldLayoutChg>
        <pc:sldLayoutChg chg="addSp delSp mod">
          <pc:chgData name="Amaid Zia" userId="eacd6202-79e4-4aec-a873-103280f1e5ec" providerId="ADAL" clId="{9F2BFA50-5B85-4F89-B994-AA628E8C3C08}" dt="2020-09-16T05:11:15.429" v="82" actId="22"/>
          <pc:sldLayoutMkLst>
            <pc:docMk/>
            <pc:sldMasterMk cId="2172274440" sldId="2147483912"/>
            <pc:sldLayoutMk cId="373503405" sldId="2147483939"/>
          </pc:sldLayoutMkLst>
          <pc:spChg chg="add">
            <ac:chgData name="Amaid Zia" userId="eacd6202-79e4-4aec-a873-103280f1e5ec" providerId="ADAL" clId="{9F2BFA50-5B85-4F89-B994-AA628E8C3C08}" dt="2020-09-16T05:11:15.429" v="82" actId="22"/>
            <ac:spMkLst>
              <pc:docMk/>
              <pc:sldMasterMk cId="2172274440" sldId="2147483912"/>
              <pc:sldLayoutMk cId="373503405" sldId="2147483939"/>
              <ac:spMk id="4" creationId="{2312C654-15CF-4512-B9CF-6D5995C9A65F}"/>
            </ac:spMkLst>
          </pc:spChg>
          <pc:spChg chg="del">
            <ac:chgData name="Amaid Zia" userId="eacd6202-79e4-4aec-a873-103280f1e5ec" providerId="ADAL" clId="{9F2BFA50-5B85-4F89-B994-AA628E8C3C08}" dt="2020-09-16T05:11:14.804" v="81" actId="478"/>
            <ac:spMkLst>
              <pc:docMk/>
              <pc:sldMasterMk cId="2172274440" sldId="2147483912"/>
              <pc:sldLayoutMk cId="373503405" sldId="2147483939"/>
              <ac:spMk id="14" creationId="{68F4D14A-2A20-4C57-B397-E3774AA9FD91}"/>
            </ac:spMkLst>
          </pc:spChg>
        </pc:sldLayoutChg>
        <pc:sldLayoutChg chg="addSp delSp mod">
          <pc:chgData name="Amaid Zia" userId="eacd6202-79e4-4aec-a873-103280f1e5ec" providerId="ADAL" clId="{9F2BFA50-5B85-4F89-B994-AA628E8C3C08}" dt="2020-09-16T05:10:50.769" v="78" actId="22"/>
          <pc:sldLayoutMkLst>
            <pc:docMk/>
            <pc:sldMasterMk cId="2172274440" sldId="2147483912"/>
            <pc:sldLayoutMk cId="453953451" sldId="2147483942"/>
          </pc:sldLayoutMkLst>
          <pc:spChg chg="add">
            <ac:chgData name="Amaid Zia" userId="eacd6202-79e4-4aec-a873-103280f1e5ec" providerId="ADAL" clId="{9F2BFA50-5B85-4F89-B994-AA628E8C3C08}" dt="2020-09-16T05:10:50.769" v="78" actId="22"/>
            <ac:spMkLst>
              <pc:docMk/>
              <pc:sldMasterMk cId="2172274440" sldId="2147483912"/>
              <pc:sldLayoutMk cId="453953451" sldId="2147483942"/>
              <ac:spMk id="4" creationId="{53904ACC-ACE1-48D7-9EAC-B019560314E7}"/>
            </ac:spMkLst>
          </pc:spChg>
          <pc:spChg chg="del">
            <ac:chgData name="Amaid Zia" userId="eacd6202-79e4-4aec-a873-103280f1e5ec" providerId="ADAL" clId="{9F2BFA50-5B85-4F89-B994-AA628E8C3C08}" dt="2020-09-16T05:10:49.719" v="77" actId="478"/>
            <ac:spMkLst>
              <pc:docMk/>
              <pc:sldMasterMk cId="2172274440" sldId="2147483912"/>
              <pc:sldLayoutMk cId="453953451" sldId="2147483942"/>
              <ac:spMk id="12" creationId="{0DC5DE19-1271-4422-8653-04E6F1C8CA49}"/>
            </ac:spMkLst>
          </pc:spChg>
        </pc:sldLayoutChg>
        <pc:sldLayoutChg chg="addSp delSp mod">
          <pc:chgData name="Amaid Zia" userId="eacd6202-79e4-4aec-a873-103280f1e5ec" providerId="ADAL" clId="{9F2BFA50-5B85-4F89-B994-AA628E8C3C08}" dt="2020-09-16T05:20:28.657" v="183" actId="22"/>
          <pc:sldLayoutMkLst>
            <pc:docMk/>
            <pc:sldMasterMk cId="2172274440" sldId="2147483912"/>
            <pc:sldLayoutMk cId="97659325" sldId="2147483944"/>
          </pc:sldLayoutMkLst>
          <pc:spChg chg="add">
            <ac:chgData name="Amaid Zia" userId="eacd6202-79e4-4aec-a873-103280f1e5ec" providerId="ADAL" clId="{9F2BFA50-5B85-4F89-B994-AA628E8C3C08}" dt="2020-09-16T05:20:28.657" v="183" actId="22"/>
            <ac:spMkLst>
              <pc:docMk/>
              <pc:sldMasterMk cId="2172274440" sldId="2147483912"/>
              <pc:sldLayoutMk cId="97659325" sldId="2147483944"/>
              <ac:spMk id="3" creationId="{91438E8A-D21E-45B9-9C4C-28139400ED5A}"/>
            </ac:spMkLst>
          </pc:spChg>
          <pc:spChg chg="del">
            <ac:chgData name="Amaid Zia" userId="eacd6202-79e4-4aec-a873-103280f1e5ec" providerId="ADAL" clId="{9F2BFA50-5B85-4F89-B994-AA628E8C3C08}" dt="2020-09-16T05:20:27.298" v="182" actId="478"/>
            <ac:spMkLst>
              <pc:docMk/>
              <pc:sldMasterMk cId="2172274440" sldId="2147483912"/>
              <pc:sldLayoutMk cId="97659325" sldId="2147483944"/>
              <ac:spMk id="12" creationId="{E4615AAC-2EBE-44FC-B0C7-5CEA4CC54CBC}"/>
            </ac:spMkLst>
          </pc:spChg>
        </pc:sldLayoutChg>
        <pc:sldLayoutChg chg="addSp delSp mod">
          <pc:chgData name="Amaid Zia" userId="eacd6202-79e4-4aec-a873-103280f1e5ec" providerId="ADAL" clId="{9F2BFA50-5B85-4F89-B994-AA628E8C3C08}" dt="2020-09-16T05:10:27.952" v="72" actId="22"/>
          <pc:sldLayoutMkLst>
            <pc:docMk/>
            <pc:sldMasterMk cId="2172274440" sldId="2147483912"/>
            <pc:sldLayoutMk cId="3815564294" sldId="2147483945"/>
          </pc:sldLayoutMkLst>
          <pc:spChg chg="add">
            <ac:chgData name="Amaid Zia" userId="eacd6202-79e4-4aec-a873-103280f1e5ec" providerId="ADAL" clId="{9F2BFA50-5B85-4F89-B994-AA628E8C3C08}" dt="2020-09-16T05:10:27.952" v="72" actId="22"/>
            <ac:spMkLst>
              <pc:docMk/>
              <pc:sldMasterMk cId="2172274440" sldId="2147483912"/>
              <pc:sldLayoutMk cId="3815564294" sldId="2147483945"/>
              <ac:spMk id="4" creationId="{C51D715D-98A9-4B48-B765-41D22EF5F521}"/>
            </ac:spMkLst>
          </pc:spChg>
          <pc:spChg chg="del">
            <ac:chgData name="Amaid Zia" userId="eacd6202-79e4-4aec-a873-103280f1e5ec" providerId="ADAL" clId="{9F2BFA50-5B85-4F89-B994-AA628E8C3C08}" dt="2020-09-16T05:10:26.554" v="71" actId="478"/>
            <ac:spMkLst>
              <pc:docMk/>
              <pc:sldMasterMk cId="2172274440" sldId="2147483912"/>
              <pc:sldLayoutMk cId="3815564294" sldId="2147483945"/>
              <ac:spMk id="13" creationId="{C659EAE8-A6CE-46F6-ACAD-7C383830F057}"/>
            </ac:spMkLst>
          </pc:spChg>
        </pc:sldLayoutChg>
        <pc:sldLayoutChg chg="addSp delSp mod">
          <pc:chgData name="Amaid Zia" userId="eacd6202-79e4-4aec-a873-103280f1e5ec" providerId="ADAL" clId="{9F2BFA50-5B85-4F89-B994-AA628E8C3C08}" dt="2020-09-16T05:10:34.492" v="74" actId="22"/>
          <pc:sldLayoutMkLst>
            <pc:docMk/>
            <pc:sldMasterMk cId="2172274440" sldId="2147483912"/>
            <pc:sldLayoutMk cId="1612373589" sldId="2147483946"/>
          </pc:sldLayoutMkLst>
          <pc:spChg chg="add">
            <ac:chgData name="Amaid Zia" userId="eacd6202-79e4-4aec-a873-103280f1e5ec" providerId="ADAL" clId="{9F2BFA50-5B85-4F89-B994-AA628E8C3C08}" dt="2020-09-16T05:10:34.492" v="74" actId="22"/>
            <ac:spMkLst>
              <pc:docMk/>
              <pc:sldMasterMk cId="2172274440" sldId="2147483912"/>
              <pc:sldLayoutMk cId="1612373589" sldId="2147483946"/>
              <ac:spMk id="4" creationId="{81107FDE-0381-4EF0-AE05-C79B152077E9}"/>
            </ac:spMkLst>
          </pc:spChg>
          <pc:spChg chg="del">
            <ac:chgData name="Amaid Zia" userId="eacd6202-79e4-4aec-a873-103280f1e5ec" providerId="ADAL" clId="{9F2BFA50-5B85-4F89-B994-AA628E8C3C08}" dt="2020-09-16T05:10:33.429" v="73" actId="478"/>
            <ac:spMkLst>
              <pc:docMk/>
              <pc:sldMasterMk cId="2172274440" sldId="2147483912"/>
              <pc:sldLayoutMk cId="1612373589" sldId="2147483946"/>
              <ac:spMk id="14" creationId="{487A3DC4-0852-43F1-8404-E67E6C236A8F}"/>
            </ac:spMkLst>
          </pc:spChg>
        </pc:sldLayoutChg>
        <pc:sldLayoutChg chg="addSp delSp mod">
          <pc:chgData name="Amaid Zia" userId="eacd6202-79e4-4aec-a873-103280f1e5ec" providerId="ADAL" clId="{9F2BFA50-5B85-4F89-B994-AA628E8C3C08}" dt="2020-09-16T05:08:28.287" v="50" actId="22"/>
          <pc:sldLayoutMkLst>
            <pc:docMk/>
            <pc:sldMasterMk cId="2172274440" sldId="2147483912"/>
            <pc:sldLayoutMk cId="2758119268" sldId="2147483948"/>
          </pc:sldLayoutMkLst>
          <pc:spChg chg="add del">
            <ac:chgData name="Amaid Zia" userId="eacd6202-79e4-4aec-a873-103280f1e5ec" providerId="ADAL" clId="{9F2BFA50-5B85-4F89-B994-AA628E8C3C08}" dt="2020-09-16T05:08:24.944" v="48" actId="22"/>
            <ac:spMkLst>
              <pc:docMk/>
              <pc:sldMasterMk cId="2172274440" sldId="2147483912"/>
              <pc:sldLayoutMk cId="2758119268" sldId="2147483948"/>
              <ac:spMk id="4" creationId="{286AF31C-22A0-42FE-A963-16ABA84541EE}"/>
            </ac:spMkLst>
          </pc:spChg>
          <pc:spChg chg="add">
            <ac:chgData name="Amaid Zia" userId="eacd6202-79e4-4aec-a873-103280f1e5ec" providerId="ADAL" clId="{9F2BFA50-5B85-4F89-B994-AA628E8C3C08}" dt="2020-09-16T05:08:28.287" v="50" actId="22"/>
            <ac:spMkLst>
              <pc:docMk/>
              <pc:sldMasterMk cId="2172274440" sldId="2147483912"/>
              <pc:sldLayoutMk cId="2758119268" sldId="2147483948"/>
              <ac:spMk id="7" creationId="{E2B461D0-093A-409A-AFCD-23A82E7621FA}"/>
            </ac:spMkLst>
          </pc:spChg>
          <pc:spChg chg="del">
            <ac:chgData name="Amaid Zia" userId="eacd6202-79e4-4aec-a873-103280f1e5ec" providerId="ADAL" clId="{9F2BFA50-5B85-4F89-B994-AA628E8C3C08}" dt="2020-09-16T05:08:27.084" v="49" actId="478"/>
            <ac:spMkLst>
              <pc:docMk/>
              <pc:sldMasterMk cId="2172274440" sldId="2147483912"/>
              <pc:sldLayoutMk cId="2758119268" sldId="2147483948"/>
              <ac:spMk id="13" creationId="{C1DBFEC4-25D1-4CBF-A5C6-B7D26C213C7E}"/>
            </ac:spMkLst>
          </pc:spChg>
        </pc:sldLayoutChg>
        <pc:sldLayoutChg chg="addSp delSp modSp mod">
          <pc:chgData name="Amaid Zia" userId="eacd6202-79e4-4aec-a873-103280f1e5ec" providerId="ADAL" clId="{9F2BFA50-5B85-4F89-B994-AA628E8C3C08}" dt="2020-09-16T05:20:10.361" v="179" actId="207"/>
          <pc:sldLayoutMkLst>
            <pc:docMk/>
            <pc:sldMasterMk cId="2172274440" sldId="2147483912"/>
            <pc:sldLayoutMk cId="3712247324" sldId="2147483949"/>
          </pc:sldLayoutMkLst>
          <pc:spChg chg="add del">
            <ac:chgData name="Amaid Zia" userId="eacd6202-79e4-4aec-a873-103280f1e5ec" providerId="ADAL" clId="{9F2BFA50-5B85-4F89-B994-AA628E8C3C08}" dt="2020-09-16T05:19:55.580" v="176" actId="22"/>
            <ac:spMkLst>
              <pc:docMk/>
              <pc:sldMasterMk cId="2172274440" sldId="2147483912"/>
              <pc:sldLayoutMk cId="3712247324" sldId="2147483949"/>
              <ac:spMk id="5" creationId="{C69B63D5-6C25-4475-A08E-C4CDDEAE8F4D}"/>
            </ac:spMkLst>
          </pc:spChg>
          <pc:spChg chg="del">
            <ac:chgData name="Amaid Zia" userId="eacd6202-79e4-4aec-a873-103280f1e5ec" providerId="ADAL" clId="{9F2BFA50-5B85-4F89-B994-AA628E8C3C08}" dt="2020-09-16T05:19:58.674" v="177" actId="478"/>
            <ac:spMkLst>
              <pc:docMk/>
              <pc:sldMasterMk cId="2172274440" sldId="2147483912"/>
              <pc:sldLayoutMk cId="3712247324" sldId="2147483949"/>
              <ac:spMk id="8" creationId="{EAA9A1D6-3143-4943-B065-9ABD460189CD}"/>
            </ac:spMkLst>
          </pc:spChg>
          <pc:spChg chg="add mod">
            <ac:chgData name="Amaid Zia" userId="eacd6202-79e4-4aec-a873-103280f1e5ec" providerId="ADAL" clId="{9F2BFA50-5B85-4F89-B994-AA628E8C3C08}" dt="2020-09-16T05:20:10.361" v="179" actId="207"/>
            <ac:spMkLst>
              <pc:docMk/>
              <pc:sldMasterMk cId="2172274440" sldId="2147483912"/>
              <pc:sldLayoutMk cId="3712247324" sldId="2147483949"/>
              <ac:spMk id="11" creationId="{D133FDA9-ACC3-4BE7-B32B-1D243ECA0140}"/>
            </ac:spMkLst>
          </pc:spChg>
        </pc:sldLayoutChg>
        <pc:sldLayoutChg chg="addSp delSp modSp mod">
          <pc:chgData name="Amaid Zia" userId="eacd6202-79e4-4aec-a873-103280f1e5ec" providerId="ADAL" clId="{9F2BFA50-5B85-4F89-B994-AA628E8C3C08}" dt="2020-09-16T05:07:09.865" v="38" actId="207"/>
          <pc:sldLayoutMkLst>
            <pc:docMk/>
            <pc:sldMasterMk cId="2172274440" sldId="2147483912"/>
            <pc:sldLayoutMk cId="500643914" sldId="2147483950"/>
          </pc:sldLayoutMkLst>
          <pc:spChg chg="add mod">
            <ac:chgData name="Amaid Zia" userId="eacd6202-79e4-4aec-a873-103280f1e5ec" providerId="ADAL" clId="{9F2BFA50-5B85-4F89-B994-AA628E8C3C08}" dt="2020-09-16T05:07:09.865" v="38" actId="207"/>
            <ac:spMkLst>
              <pc:docMk/>
              <pc:sldMasterMk cId="2172274440" sldId="2147483912"/>
              <pc:sldLayoutMk cId="500643914" sldId="2147483950"/>
              <ac:spMk id="4" creationId="{00A2E79F-FEA9-4209-BDE6-1026B8CE2E42}"/>
            </ac:spMkLst>
          </pc:spChg>
          <pc:spChg chg="del">
            <ac:chgData name="Amaid Zia" userId="eacd6202-79e4-4aec-a873-103280f1e5ec" providerId="ADAL" clId="{9F2BFA50-5B85-4F89-B994-AA628E8C3C08}" dt="2020-09-16T05:07:02.035" v="36" actId="478"/>
            <ac:spMkLst>
              <pc:docMk/>
              <pc:sldMasterMk cId="2172274440" sldId="2147483912"/>
              <pc:sldLayoutMk cId="500643914" sldId="2147483950"/>
              <ac:spMk id="13" creationId="{C1DBFEC4-25D1-4CBF-A5C6-B7D26C213C7E}"/>
            </ac:spMkLst>
          </pc:spChg>
        </pc:sldLayoutChg>
        <pc:sldLayoutChg chg="addSp delSp modSp mod">
          <pc:chgData name="Amaid Zia" userId="eacd6202-79e4-4aec-a873-103280f1e5ec" providerId="ADAL" clId="{9F2BFA50-5B85-4F89-B994-AA628E8C3C08}" dt="2020-09-16T05:09:16.793" v="60"/>
          <pc:sldLayoutMkLst>
            <pc:docMk/>
            <pc:sldMasterMk cId="2172274440" sldId="2147483912"/>
            <pc:sldLayoutMk cId="1292525142" sldId="2147483951"/>
          </pc:sldLayoutMkLst>
          <pc:spChg chg="add mod">
            <ac:chgData name="Amaid Zia" userId="eacd6202-79e4-4aec-a873-103280f1e5ec" providerId="ADAL" clId="{9F2BFA50-5B85-4F89-B994-AA628E8C3C08}" dt="2020-09-16T05:09:16.793" v="60"/>
            <ac:spMkLst>
              <pc:docMk/>
              <pc:sldMasterMk cId="2172274440" sldId="2147483912"/>
              <pc:sldLayoutMk cId="1292525142" sldId="2147483951"/>
              <ac:spMk id="4" creationId="{3849571E-1C07-43BE-A315-E494F397D1BD}"/>
            </ac:spMkLst>
          </pc:spChg>
          <pc:spChg chg="del">
            <ac:chgData name="Amaid Zia" userId="eacd6202-79e4-4aec-a873-103280f1e5ec" providerId="ADAL" clId="{9F2BFA50-5B85-4F89-B994-AA628E8C3C08}" dt="2020-09-16T05:09:09.528" v="57" actId="478"/>
            <ac:spMkLst>
              <pc:docMk/>
              <pc:sldMasterMk cId="2172274440" sldId="2147483912"/>
              <pc:sldLayoutMk cId="1292525142" sldId="2147483951"/>
              <ac:spMk id="13" creationId="{77BC4BE8-E96A-4D50-8E62-2E0F4CF30CBB}"/>
            </ac:spMkLst>
          </pc:spChg>
        </pc:sldLayoutChg>
        <pc:sldLayoutChg chg="addSp delSp modSp mod">
          <pc:chgData name="Amaid Zia" userId="eacd6202-79e4-4aec-a873-103280f1e5ec" providerId="ADAL" clId="{9F2BFA50-5B85-4F89-B994-AA628E8C3C08}" dt="2020-09-16T05:09:42.873" v="64"/>
          <pc:sldLayoutMkLst>
            <pc:docMk/>
            <pc:sldMasterMk cId="2172274440" sldId="2147483912"/>
            <pc:sldLayoutMk cId="2879976820" sldId="2147483952"/>
          </pc:sldLayoutMkLst>
          <pc:spChg chg="add mod">
            <ac:chgData name="Amaid Zia" userId="eacd6202-79e4-4aec-a873-103280f1e5ec" providerId="ADAL" clId="{9F2BFA50-5B85-4F89-B994-AA628E8C3C08}" dt="2020-09-16T05:09:42.873" v="64"/>
            <ac:spMkLst>
              <pc:docMk/>
              <pc:sldMasterMk cId="2172274440" sldId="2147483912"/>
              <pc:sldLayoutMk cId="2879976820" sldId="2147483952"/>
              <ac:spMk id="4" creationId="{14CCA2F5-20EA-4233-BA3E-DD17109F726B}"/>
            </ac:spMkLst>
          </pc:spChg>
          <pc:spChg chg="del">
            <ac:chgData name="Amaid Zia" userId="eacd6202-79e4-4aec-a873-103280f1e5ec" providerId="ADAL" clId="{9F2BFA50-5B85-4F89-B994-AA628E8C3C08}" dt="2020-09-16T05:09:38.718" v="61" actId="478"/>
            <ac:spMkLst>
              <pc:docMk/>
              <pc:sldMasterMk cId="2172274440" sldId="2147483912"/>
              <pc:sldLayoutMk cId="2879976820" sldId="2147483952"/>
              <ac:spMk id="13" creationId="{77BC4BE8-E96A-4D50-8E62-2E0F4CF30CBB}"/>
            </ac:spMkLst>
          </pc:spChg>
        </pc:sldLayoutChg>
        <pc:sldLayoutChg chg="addSp delSp modSp mod">
          <pc:chgData name="Amaid Zia" userId="eacd6202-79e4-4aec-a873-103280f1e5ec" providerId="ADAL" clId="{9F2BFA50-5B85-4F89-B994-AA628E8C3C08}" dt="2020-09-16T05:07:43.328" v="42"/>
          <pc:sldLayoutMkLst>
            <pc:docMk/>
            <pc:sldMasterMk cId="2172274440" sldId="2147483912"/>
            <pc:sldLayoutMk cId="1267920099" sldId="2147483953"/>
          </pc:sldLayoutMkLst>
          <pc:spChg chg="add mod">
            <ac:chgData name="Amaid Zia" userId="eacd6202-79e4-4aec-a873-103280f1e5ec" providerId="ADAL" clId="{9F2BFA50-5B85-4F89-B994-AA628E8C3C08}" dt="2020-09-16T05:07:43.328" v="42"/>
            <ac:spMkLst>
              <pc:docMk/>
              <pc:sldMasterMk cId="2172274440" sldId="2147483912"/>
              <pc:sldLayoutMk cId="1267920099" sldId="2147483953"/>
              <ac:spMk id="4" creationId="{DA6B334B-F79D-427B-A550-2CF519782E70}"/>
            </ac:spMkLst>
          </pc:spChg>
          <pc:spChg chg="del">
            <ac:chgData name="Amaid Zia" userId="eacd6202-79e4-4aec-a873-103280f1e5ec" providerId="ADAL" clId="{9F2BFA50-5B85-4F89-B994-AA628E8C3C08}" dt="2020-09-16T05:07:33.807" v="39" actId="478"/>
            <ac:spMkLst>
              <pc:docMk/>
              <pc:sldMasterMk cId="2172274440" sldId="2147483912"/>
              <pc:sldLayoutMk cId="1267920099" sldId="2147483953"/>
              <ac:spMk id="13" creationId="{C1DBFEC4-25D1-4CBF-A5C6-B7D26C213C7E}"/>
            </ac:spMkLst>
          </pc:spChg>
        </pc:sldLayoutChg>
        <pc:sldLayoutChg chg="addSp delSp modSp mod">
          <pc:chgData name="Amaid Zia" userId="eacd6202-79e4-4aec-a873-103280f1e5ec" providerId="ADAL" clId="{9F2BFA50-5B85-4F89-B994-AA628E8C3C08}" dt="2020-09-16T05:10:07.967" v="68"/>
          <pc:sldLayoutMkLst>
            <pc:docMk/>
            <pc:sldMasterMk cId="2172274440" sldId="2147483912"/>
            <pc:sldLayoutMk cId="3767190625" sldId="2147483954"/>
          </pc:sldLayoutMkLst>
          <pc:spChg chg="add mod">
            <ac:chgData name="Amaid Zia" userId="eacd6202-79e4-4aec-a873-103280f1e5ec" providerId="ADAL" clId="{9F2BFA50-5B85-4F89-B994-AA628E8C3C08}" dt="2020-09-16T05:10:07.967" v="68"/>
            <ac:spMkLst>
              <pc:docMk/>
              <pc:sldMasterMk cId="2172274440" sldId="2147483912"/>
              <pc:sldLayoutMk cId="3767190625" sldId="2147483954"/>
              <ac:spMk id="4" creationId="{B5A69AAB-3197-4400-943A-22E6F0E4E3D8}"/>
            </ac:spMkLst>
          </pc:spChg>
          <pc:spChg chg="del">
            <ac:chgData name="Amaid Zia" userId="eacd6202-79e4-4aec-a873-103280f1e5ec" providerId="ADAL" clId="{9F2BFA50-5B85-4F89-B994-AA628E8C3C08}" dt="2020-09-16T05:09:57.657" v="65" actId="478"/>
            <ac:spMkLst>
              <pc:docMk/>
              <pc:sldMasterMk cId="2172274440" sldId="2147483912"/>
              <pc:sldLayoutMk cId="3767190625" sldId="2147483954"/>
              <ac:spMk id="13" creationId="{77BC4BE8-E96A-4D50-8E62-2E0F4CF30CBB}"/>
            </ac:spMkLst>
          </pc:spChg>
        </pc:sldLayoutChg>
        <pc:sldLayoutChg chg="addSp delSp modSp mod">
          <pc:chgData name="Amaid Zia" userId="eacd6202-79e4-4aec-a873-103280f1e5ec" providerId="ADAL" clId="{9F2BFA50-5B85-4F89-B994-AA628E8C3C08}" dt="2020-09-16T05:08:08.466" v="46"/>
          <pc:sldLayoutMkLst>
            <pc:docMk/>
            <pc:sldMasterMk cId="2172274440" sldId="2147483912"/>
            <pc:sldLayoutMk cId="1968688925" sldId="2147483955"/>
          </pc:sldLayoutMkLst>
          <pc:spChg chg="add mod">
            <ac:chgData name="Amaid Zia" userId="eacd6202-79e4-4aec-a873-103280f1e5ec" providerId="ADAL" clId="{9F2BFA50-5B85-4F89-B994-AA628E8C3C08}" dt="2020-09-16T05:08:08.466" v="46"/>
            <ac:spMkLst>
              <pc:docMk/>
              <pc:sldMasterMk cId="2172274440" sldId="2147483912"/>
              <pc:sldLayoutMk cId="1968688925" sldId="2147483955"/>
              <ac:spMk id="4" creationId="{7EA56897-66CD-4875-B1A3-0FF4060496A1}"/>
            </ac:spMkLst>
          </pc:spChg>
          <pc:spChg chg="del">
            <ac:chgData name="Amaid Zia" userId="eacd6202-79e4-4aec-a873-103280f1e5ec" providerId="ADAL" clId="{9F2BFA50-5B85-4F89-B994-AA628E8C3C08}" dt="2020-09-16T05:08:00.549" v="43" actId="478"/>
            <ac:spMkLst>
              <pc:docMk/>
              <pc:sldMasterMk cId="2172274440" sldId="2147483912"/>
              <pc:sldLayoutMk cId="1968688925" sldId="2147483955"/>
              <ac:spMk id="13" creationId="{C1DBFEC4-25D1-4CBF-A5C6-B7D26C213C7E}"/>
            </ac:spMkLst>
          </pc:spChg>
        </pc:sldLayoutChg>
      </pc:sldMasterChg>
    </pc:docChg>
  </pc:docChgLst>
  <pc:docChgLst>
    <pc:chgData name="Amaid Zia" userId="eacd6202-79e4-4aec-a873-103280f1e5ec" providerId="ADAL" clId="{21169CCE-93BC-B848-81F6-BF3288654D48}"/>
    <pc:docChg chg="undo custSel modSld">
      <pc:chgData name="Amaid Zia" userId="eacd6202-79e4-4aec-a873-103280f1e5ec" providerId="ADAL" clId="{21169CCE-93BC-B848-81F6-BF3288654D48}" dt="2020-09-18T07:53:11.697" v="112" actId="20577"/>
      <pc:docMkLst>
        <pc:docMk/>
      </pc:docMkLst>
      <pc:sldChg chg="modTransition addAnim delAnim modAnim">
        <pc:chgData name="Amaid Zia" userId="eacd6202-79e4-4aec-a873-103280f1e5ec" providerId="ADAL" clId="{21169CCE-93BC-B848-81F6-BF3288654D48}" dt="2020-09-18T05:48:56.613" v="37" actId="27700"/>
        <pc:sldMkLst>
          <pc:docMk/>
          <pc:sldMk cId="716165668" sldId="870"/>
        </pc:sldMkLst>
      </pc:sldChg>
      <pc:sldChg chg="modTransition">
        <pc:chgData name="Amaid Zia" userId="eacd6202-79e4-4aec-a873-103280f1e5ec" providerId="ADAL" clId="{21169CCE-93BC-B848-81F6-BF3288654D48}" dt="2020-09-18T05:38:41.684" v="2" actId="12563"/>
        <pc:sldMkLst>
          <pc:docMk/>
          <pc:sldMk cId="3392239543" sldId="896"/>
        </pc:sldMkLst>
      </pc:sldChg>
      <pc:sldChg chg="modTransition">
        <pc:chgData name="Amaid Zia" userId="eacd6202-79e4-4aec-a873-103280f1e5ec" providerId="ADAL" clId="{21169CCE-93BC-B848-81F6-BF3288654D48}" dt="2020-09-18T05:38:26.795" v="1" actId="12563"/>
        <pc:sldMkLst>
          <pc:docMk/>
          <pc:sldMk cId="1271978828" sldId="907"/>
        </pc:sldMkLst>
      </pc:sldChg>
      <pc:sldChg chg="modTransition">
        <pc:chgData name="Amaid Zia" userId="eacd6202-79e4-4aec-a873-103280f1e5ec" providerId="ADAL" clId="{21169CCE-93BC-B848-81F6-BF3288654D48}" dt="2020-09-18T05:45:56.500" v="24" actId="12563"/>
        <pc:sldMkLst>
          <pc:docMk/>
          <pc:sldMk cId="1653195908" sldId="935"/>
        </pc:sldMkLst>
      </pc:sldChg>
      <pc:sldChg chg="modTransition">
        <pc:chgData name="Amaid Zia" userId="eacd6202-79e4-4aec-a873-103280f1e5ec" providerId="ADAL" clId="{21169CCE-93BC-B848-81F6-BF3288654D48}" dt="2020-09-18T05:39:09.202" v="3" actId="12563"/>
        <pc:sldMkLst>
          <pc:docMk/>
          <pc:sldMk cId="3161112275" sldId="963"/>
        </pc:sldMkLst>
      </pc:sldChg>
      <pc:sldChg chg="modTransition addAnim modAnim">
        <pc:chgData name="Amaid Zia" userId="eacd6202-79e4-4aec-a873-103280f1e5ec" providerId="ADAL" clId="{21169CCE-93BC-B848-81F6-BF3288654D48}" dt="2020-09-18T05:51:08.252" v="43" actId="27696"/>
        <pc:sldMkLst>
          <pc:docMk/>
          <pc:sldMk cId="2780601723" sldId="967"/>
        </pc:sldMkLst>
      </pc:sldChg>
      <pc:sldChg chg="modSp modTransition addAnim delAnim">
        <pc:chgData name="Amaid Zia" userId="eacd6202-79e4-4aec-a873-103280f1e5ec" providerId="ADAL" clId="{21169CCE-93BC-B848-81F6-BF3288654D48}" dt="2020-09-18T05:52:57.023" v="50" actId="22"/>
        <pc:sldMkLst>
          <pc:docMk/>
          <pc:sldMk cId="1073450203" sldId="968"/>
        </pc:sldMkLst>
        <pc:spChg chg="mod">
          <ac:chgData name="Amaid Zia" userId="eacd6202-79e4-4aec-a873-103280f1e5ec" providerId="ADAL" clId="{21169CCE-93BC-B848-81F6-BF3288654D48}" dt="2020-09-18T05:52:57.023" v="50" actId="22"/>
          <ac:spMkLst>
            <pc:docMk/>
            <pc:sldMk cId="1073450203" sldId="968"/>
            <ac:spMk id="8" creationId="{7A3BDA9A-FD28-48C9-BB14-52AFDB86FE68}"/>
          </ac:spMkLst>
        </pc:spChg>
      </pc:sldChg>
      <pc:sldChg chg="modTransition">
        <pc:chgData name="Amaid Zia" userId="eacd6202-79e4-4aec-a873-103280f1e5ec" providerId="ADAL" clId="{21169CCE-93BC-B848-81F6-BF3288654D48}" dt="2020-09-18T05:41:16.478" v="7" actId="12563"/>
        <pc:sldMkLst>
          <pc:docMk/>
          <pc:sldMk cId="3805307911" sldId="969"/>
        </pc:sldMkLst>
      </pc:sldChg>
      <pc:sldChg chg="modTransition">
        <pc:chgData name="Amaid Zia" userId="eacd6202-79e4-4aec-a873-103280f1e5ec" providerId="ADAL" clId="{21169CCE-93BC-B848-81F6-BF3288654D48}" dt="2020-09-18T05:41:24.643" v="8" actId="12563"/>
        <pc:sldMkLst>
          <pc:docMk/>
          <pc:sldMk cId="3216158234" sldId="970"/>
        </pc:sldMkLst>
      </pc:sldChg>
      <pc:sldChg chg="modTransition">
        <pc:chgData name="Amaid Zia" userId="eacd6202-79e4-4aec-a873-103280f1e5ec" providerId="ADAL" clId="{21169CCE-93BC-B848-81F6-BF3288654D48}" dt="2020-09-18T05:41:32.440" v="9" actId="12563"/>
        <pc:sldMkLst>
          <pc:docMk/>
          <pc:sldMk cId="3221003530" sldId="971"/>
        </pc:sldMkLst>
      </pc:sldChg>
      <pc:sldChg chg="modTransition">
        <pc:chgData name="Amaid Zia" userId="eacd6202-79e4-4aec-a873-103280f1e5ec" providerId="ADAL" clId="{21169CCE-93BC-B848-81F6-BF3288654D48}" dt="2020-09-18T05:41:39.115" v="10" actId="12563"/>
        <pc:sldMkLst>
          <pc:docMk/>
          <pc:sldMk cId="223008385" sldId="972"/>
        </pc:sldMkLst>
      </pc:sldChg>
      <pc:sldChg chg="modTransition">
        <pc:chgData name="Amaid Zia" userId="eacd6202-79e4-4aec-a873-103280f1e5ec" providerId="ADAL" clId="{21169CCE-93BC-B848-81F6-BF3288654D48}" dt="2020-09-18T05:41:43.640" v="11" actId="12563"/>
        <pc:sldMkLst>
          <pc:docMk/>
          <pc:sldMk cId="538143396" sldId="973"/>
        </pc:sldMkLst>
      </pc:sldChg>
      <pc:sldChg chg="modTransition">
        <pc:chgData name="Amaid Zia" userId="eacd6202-79e4-4aec-a873-103280f1e5ec" providerId="ADAL" clId="{21169CCE-93BC-B848-81F6-BF3288654D48}" dt="2020-09-18T05:42:02.219" v="12" actId="12563"/>
        <pc:sldMkLst>
          <pc:docMk/>
          <pc:sldMk cId="3619507197" sldId="974"/>
        </pc:sldMkLst>
      </pc:sldChg>
      <pc:sldChg chg="modTransition">
        <pc:chgData name="Amaid Zia" userId="eacd6202-79e4-4aec-a873-103280f1e5ec" providerId="ADAL" clId="{21169CCE-93BC-B848-81F6-BF3288654D48}" dt="2020-09-18T05:42:14.816" v="13" actId="12563"/>
        <pc:sldMkLst>
          <pc:docMk/>
          <pc:sldMk cId="2340503763" sldId="975"/>
        </pc:sldMkLst>
      </pc:sldChg>
      <pc:sldChg chg="modTransition">
        <pc:chgData name="Amaid Zia" userId="eacd6202-79e4-4aec-a873-103280f1e5ec" providerId="ADAL" clId="{21169CCE-93BC-B848-81F6-BF3288654D48}" dt="2020-09-18T05:42:23.571" v="14" actId="12563"/>
        <pc:sldMkLst>
          <pc:docMk/>
          <pc:sldMk cId="4214660275" sldId="976"/>
        </pc:sldMkLst>
      </pc:sldChg>
      <pc:sldChg chg="modTransition">
        <pc:chgData name="Amaid Zia" userId="eacd6202-79e4-4aec-a873-103280f1e5ec" providerId="ADAL" clId="{21169CCE-93BC-B848-81F6-BF3288654D48}" dt="2020-09-18T05:42:48.533" v="15" actId="12563"/>
        <pc:sldMkLst>
          <pc:docMk/>
          <pc:sldMk cId="2924170982" sldId="978"/>
        </pc:sldMkLst>
      </pc:sldChg>
      <pc:sldChg chg="addAnim delAnim modAnim">
        <pc:chgData name="Amaid Zia" userId="eacd6202-79e4-4aec-a873-103280f1e5ec" providerId="ADAL" clId="{21169CCE-93BC-B848-81F6-BF3288654D48}" dt="2020-09-18T05:57:56.680" v="64" actId="27696"/>
        <pc:sldMkLst>
          <pc:docMk/>
          <pc:sldMk cId="1298647726" sldId="979"/>
        </pc:sldMkLst>
      </pc:sldChg>
      <pc:sldChg chg="modTransition addAnim delAnim">
        <pc:chgData name="Amaid Zia" userId="eacd6202-79e4-4aec-a873-103280f1e5ec" providerId="ADAL" clId="{21169CCE-93BC-B848-81F6-BF3288654D48}" dt="2020-09-18T05:58:29.194" v="66" actId="27704"/>
        <pc:sldMkLst>
          <pc:docMk/>
          <pc:sldMk cId="1119386830" sldId="980"/>
        </pc:sldMkLst>
      </pc:sldChg>
      <pc:sldChg chg="modTransition">
        <pc:chgData name="Amaid Zia" userId="eacd6202-79e4-4aec-a873-103280f1e5ec" providerId="ADAL" clId="{21169CCE-93BC-B848-81F6-BF3288654D48}" dt="2020-09-18T05:43:07.350" v="17" actId="12563"/>
        <pc:sldMkLst>
          <pc:docMk/>
          <pc:sldMk cId="332915585" sldId="983"/>
        </pc:sldMkLst>
      </pc:sldChg>
      <pc:sldChg chg="modSp modTransition">
        <pc:chgData name="Amaid Zia" userId="eacd6202-79e4-4aec-a873-103280f1e5ec" providerId="ADAL" clId="{21169CCE-93BC-B848-81F6-BF3288654D48}" dt="2020-09-18T07:53:11.697" v="112" actId="20577"/>
        <pc:sldMkLst>
          <pc:docMk/>
          <pc:sldMk cId="1779452840" sldId="985"/>
        </pc:sldMkLst>
        <pc:spChg chg="mod">
          <ac:chgData name="Amaid Zia" userId="eacd6202-79e4-4aec-a873-103280f1e5ec" providerId="ADAL" clId="{21169CCE-93BC-B848-81F6-BF3288654D48}" dt="2020-09-18T07:53:11.697" v="112" actId="20577"/>
          <ac:spMkLst>
            <pc:docMk/>
            <pc:sldMk cId="1779452840" sldId="985"/>
            <ac:spMk id="3" creationId="{4CCFAE53-2D32-41F9-8365-94389CF22BBE}"/>
          </ac:spMkLst>
        </pc:spChg>
      </pc:sldChg>
      <pc:sldChg chg="modTransition">
        <pc:chgData name="Amaid Zia" userId="eacd6202-79e4-4aec-a873-103280f1e5ec" providerId="ADAL" clId="{21169CCE-93BC-B848-81F6-BF3288654D48}" dt="2020-09-18T05:43:41.825" v="20" actId="12563"/>
        <pc:sldMkLst>
          <pc:docMk/>
          <pc:sldMk cId="1961621170" sldId="988"/>
        </pc:sldMkLst>
      </pc:sldChg>
      <pc:sldChg chg="modTransition">
        <pc:chgData name="Amaid Zia" userId="eacd6202-79e4-4aec-a873-103280f1e5ec" providerId="ADAL" clId="{21169CCE-93BC-B848-81F6-BF3288654D48}" dt="2020-09-18T05:44:12.566" v="21" actId="12563"/>
        <pc:sldMkLst>
          <pc:docMk/>
          <pc:sldMk cId="2628311402" sldId="989"/>
        </pc:sldMkLst>
      </pc:sldChg>
      <pc:sldChg chg="modTransition">
        <pc:chgData name="Amaid Zia" userId="eacd6202-79e4-4aec-a873-103280f1e5ec" providerId="ADAL" clId="{21169CCE-93BC-B848-81F6-BF3288654D48}" dt="2020-09-18T05:44:17.276" v="22" actId="12563"/>
        <pc:sldMkLst>
          <pc:docMk/>
          <pc:sldMk cId="3049339663" sldId="991"/>
        </pc:sldMkLst>
      </pc:sldChg>
      <pc:sldChg chg="modTransition">
        <pc:chgData name="Amaid Zia" userId="eacd6202-79e4-4aec-a873-103280f1e5ec" providerId="ADAL" clId="{21169CCE-93BC-B848-81F6-BF3288654D48}" dt="2020-09-18T05:44:29.620" v="23" actId="12563"/>
        <pc:sldMkLst>
          <pc:docMk/>
          <pc:sldMk cId="1546562271" sldId="992"/>
        </pc:sldMkLst>
      </pc:sldChg>
      <pc:sldChg chg="modTransition">
        <pc:chgData name="Amaid Zia" userId="eacd6202-79e4-4aec-a873-103280f1e5ec" providerId="ADAL" clId="{21169CCE-93BC-B848-81F6-BF3288654D48}" dt="2020-09-18T05:47:00.392" v="28" actId="12563"/>
        <pc:sldMkLst>
          <pc:docMk/>
          <pc:sldMk cId="88472367" sldId="999"/>
        </pc:sldMkLst>
      </pc:sldChg>
      <pc:sldChg chg="modTransition addAnim delAnim">
        <pc:chgData name="Amaid Zia" userId="eacd6202-79e4-4aec-a873-103280f1e5ec" providerId="ADAL" clId="{21169CCE-93BC-B848-81F6-BF3288654D48}" dt="2020-09-18T05:59:44.788" v="68" actId="27696"/>
        <pc:sldMkLst>
          <pc:docMk/>
          <pc:sldMk cId="3978816105" sldId="1000"/>
        </pc:sldMkLst>
      </pc:sldChg>
      <pc:sldChg chg="modTransition">
        <pc:chgData name="Amaid Zia" userId="eacd6202-79e4-4aec-a873-103280f1e5ec" providerId="ADAL" clId="{21169CCE-93BC-B848-81F6-BF3288654D48}" dt="2020-09-18T05:46:40.529" v="27" actId="12563"/>
        <pc:sldMkLst>
          <pc:docMk/>
          <pc:sldMk cId="1618908214" sldId="1002"/>
        </pc:sldMkLst>
      </pc:sldChg>
      <pc:sldChg chg="modTransition">
        <pc:chgData name="Amaid Zia" userId="eacd6202-79e4-4aec-a873-103280f1e5ec" providerId="ADAL" clId="{21169CCE-93BC-B848-81F6-BF3288654D48}" dt="2020-09-18T05:40:51.113" v="5" actId="12563"/>
        <pc:sldMkLst>
          <pc:docMk/>
          <pc:sldMk cId="2145719169" sldId="1004"/>
        </pc:sldMkLst>
      </pc:sldChg>
      <pc:sldChg chg="modTransition">
        <pc:chgData name="Amaid Zia" userId="eacd6202-79e4-4aec-a873-103280f1e5ec" providerId="ADAL" clId="{21169CCE-93BC-B848-81F6-BF3288654D48}" dt="2020-09-18T05:46:29.874" v="26" actId="12563"/>
        <pc:sldMkLst>
          <pc:docMk/>
          <pc:sldMk cId="3414248650" sldId="1005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844A541-AD74-4902-BE2A-75A67521ED6B}" type="doc">
      <dgm:prSet loTypeId="urn:microsoft.com/office/officeart/2005/8/layout/hList1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52979371-C672-47E8-97C3-F99C60627E4D}">
      <dgm:prSet phldrT="[Text]"/>
      <dgm:spPr/>
      <dgm:t>
        <a:bodyPr/>
        <a:lstStyle/>
        <a:p>
          <a:r>
            <a:rPr lang="en-US" dirty="0"/>
            <a:t>Physical</a:t>
          </a:r>
        </a:p>
      </dgm:t>
    </dgm:pt>
    <dgm:pt modelId="{2A066A04-B340-4A56-9A86-CCA1ACB606B5}" type="parTrans" cxnId="{B1EF638B-0464-4FD9-B60E-BB9278119173}">
      <dgm:prSet/>
      <dgm:spPr/>
      <dgm:t>
        <a:bodyPr/>
        <a:lstStyle/>
        <a:p>
          <a:endParaRPr lang="en-US"/>
        </a:p>
      </dgm:t>
    </dgm:pt>
    <dgm:pt modelId="{253A61E8-84D5-4351-8D28-65B8A2C01517}" type="sibTrans" cxnId="{B1EF638B-0464-4FD9-B60E-BB9278119173}">
      <dgm:prSet/>
      <dgm:spPr/>
      <dgm:t>
        <a:bodyPr/>
        <a:lstStyle/>
        <a:p>
          <a:endParaRPr lang="en-US"/>
        </a:p>
      </dgm:t>
    </dgm:pt>
    <dgm:pt modelId="{3CBF346B-5DFC-49FA-9740-6274DD0C1435}">
      <dgm:prSet phldrT="[Text]"/>
      <dgm:spPr/>
      <dgm:t>
        <a:bodyPr/>
        <a:lstStyle/>
        <a:p>
          <a:r>
            <a:rPr lang="en-US" dirty="0"/>
            <a:t>Limits on physical actions</a:t>
          </a:r>
        </a:p>
      </dgm:t>
    </dgm:pt>
    <dgm:pt modelId="{932FF1C1-AC93-4AE1-BB01-68F718F4706D}" type="parTrans" cxnId="{7B03FCB2-F9E0-46EA-ABCE-38E3EE5BE171}">
      <dgm:prSet/>
      <dgm:spPr/>
      <dgm:t>
        <a:bodyPr/>
        <a:lstStyle/>
        <a:p>
          <a:endParaRPr lang="en-US"/>
        </a:p>
      </dgm:t>
    </dgm:pt>
    <dgm:pt modelId="{A4EC0D9E-56F5-4E1D-85E8-103999B0759B}" type="sibTrans" cxnId="{7B03FCB2-F9E0-46EA-ABCE-38E3EE5BE171}">
      <dgm:prSet/>
      <dgm:spPr/>
      <dgm:t>
        <a:bodyPr/>
        <a:lstStyle/>
        <a:p>
          <a:endParaRPr lang="en-US"/>
        </a:p>
      </dgm:t>
    </dgm:pt>
    <dgm:pt modelId="{F8E21586-17D9-4C43-91EA-3E7E801BB16C}">
      <dgm:prSet phldrT="[Text]"/>
      <dgm:spPr/>
      <dgm:t>
        <a:bodyPr/>
        <a:lstStyle/>
        <a:p>
          <a:r>
            <a:rPr lang="en-US" dirty="0"/>
            <a:t>Semantic</a:t>
          </a:r>
        </a:p>
      </dgm:t>
    </dgm:pt>
    <dgm:pt modelId="{00C65DF5-56BE-4662-A63A-56201A2ABC57}" type="parTrans" cxnId="{E25242CD-4FD2-4FAB-9606-8A699965184F}">
      <dgm:prSet/>
      <dgm:spPr/>
      <dgm:t>
        <a:bodyPr/>
        <a:lstStyle/>
        <a:p>
          <a:endParaRPr lang="en-US"/>
        </a:p>
      </dgm:t>
    </dgm:pt>
    <dgm:pt modelId="{15C950EF-2A3E-4271-BD4E-695C34BBC797}" type="sibTrans" cxnId="{E25242CD-4FD2-4FAB-9606-8A699965184F}">
      <dgm:prSet/>
      <dgm:spPr/>
      <dgm:t>
        <a:bodyPr/>
        <a:lstStyle/>
        <a:p>
          <a:endParaRPr lang="en-US"/>
        </a:p>
      </dgm:t>
    </dgm:pt>
    <dgm:pt modelId="{BBFEBDB5-2E81-4FB2-93AF-E763DD583A59}">
      <dgm:prSet phldrT="[Text]"/>
      <dgm:spPr/>
      <dgm:t>
        <a:bodyPr/>
        <a:lstStyle/>
        <a:p>
          <a:r>
            <a:rPr lang="en-US" dirty="0"/>
            <a:t>Rely on our knowledge of situation and the world</a:t>
          </a:r>
        </a:p>
      </dgm:t>
    </dgm:pt>
    <dgm:pt modelId="{D1639085-3D7A-4CD1-BC4A-6E5BE08F6A15}" type="parTrans" cxnId="{A6F0AD70-18B4-4578-968B-5A82F7531BCA}">
      <dgm:prSet/>
      <dgm:spPr/>
      <dgm:t>
        <a:bodyPr/>
        <a:lstStyle/>
        <a:p>
          <a:endParaRPr lang="en-US"/>
        </a:p>
      </dgm:t>
    </dgm:pt>
    <dgm:pt modelId="{4B82CA08-AA28-43E9-827C-825B8503F0E9}" type="sibTrans" cxnId="{A6F0AD70-18B4-4578-968B-5A82F7531BCA}">
      <dgm:prSet/>
      <dgm:spPr/>
      <dgm:t>
        <a:bodyPr/>
        <a:lstStyle/>
        <a:p>
          <a:endParaRPr lang="en-US"/>
        </a:p>
      </dgm:t>
    </dgm:pt>
    <dgm:pt modelId="{5CD60BE7-8866-4EE9-859F-E5F013DF3081}">
      <dgm:prSet phldrT="[Text]"/>
      <dgm:spPr/>
      <dgm:t>
        <a:bodyPr/>
        <a:lstStyle/>
        <a:p>
          <a:r>
            <a:rPr lang="en-US" dirty="0"/>
            <a:t>Cultural</a:t>
          </a:r>
        </a:p>
      </dgm:t>
    </dgm:pt>
    <dgm:pt modelId="{2A1BC162-43E5-4FEE-8063-EFA79ED18170}" type="parTrans" cxnId="{08DE5B10-0B02-4F2C-BE13-C2FD53699118}">
      <dgm:prSet/>
      <dgm:spPr/>
      <dgm:t>
        <a:bodyPr/>
        <a:lstStyle/>
        <a:p>
          <a:endParaRPr lang="en-US"/>
        </a:p>
      </dgm:t>
    </dgm:pt>
    <dgm:pt modelId="{4F4EBF9F-A6F9-4B59-92C4-3AA51A1EE17B}" type="sibTrans" cxnId="{08DE5B10-0B02-4F2C-BE13-C2FD53699118}">
      <dgm:prSet/>
      <dgm:spPr/>
      <dgm:t>
        <a:bodyPr/>
        <a:lstStyle/>
        <a:p>
          <a:endParaRPr lang="en-US"/>
        </a:p>
      </dgm:t>
    </dgm:pt>
    <dgm:pt modelId="{A6B2B1FF-35BD-4042-8432-42ED2789CDD9}">
      <dgm:prSet phldrT="[Text]"/>
      <dgm:spPr/>
      <dgm:t>
        <a:bodyPr/>
        <a:lstStyle/>
        <a:p>
          <a:r>
            <a:rPr lang="en-US" dirty="0"/>
            <a:t>Rely upon accepted cultural conventions</a:t>
          </a:r>
        </a:p>
      </dgm:t>
    </dgm:pt>
    <dgm:pt modelId="{AEB167DA-91E5-4741-B351-5AABC5113B77}" type="parTrans" cxnId="{F424A996-5670-4DCE-88BA-C26BAF09BA66}">
      <dgm:prSet/>
      <dgm:spPr/>
      <dgm:t>
        <a:bodyPr/>
        <a:lstStyle/>
        <a:p>
          <a:endParaRPr lang="en-US"/>
        </a:p>
      </dgm:t>
    </dgm:pt>
    <dgm:pt modelId="{B14D1E5B-CA6D-45F8-8657-33D4A2CF68D5}" type="sibTrans" cxnId="{F424A996-5670-4DCE-88BA-C26BAF09BA66}">
      <dgm:prSet/>
      <dgm:spPr/>
      <dgm:t>
        <a:bodyPr/>
        <a:lstStyle/>
        <a:p>
          <a:endParaRPr lang="en-US"/>
        </a:p>
      </dgm:t>
    </dgm:pt>
    <dgm:pt modelId="{A93CF580-A70C-408D-AF19-494A120293D2}">
      <dgm:prSet/>
      <dgm:spPr/>
      <dgm:t>
        <a:bodyPr/>
        <a:lstStyle/>
        <a:p>
          <a:r>
            <a:rPr lang="en-US" dirty="0"/>
            <a:t>Logical</a:t>
          </a:r>
        </a:p>
      </dgm:t>
    </dgm:pt>
    <dgm:pt modelId="{CDA855C2-10DF-4C2C-9710-72ED569B6DAE}" type="parTrans" cxnId="{7D405973-1960-4311-9169-5857E116DDBD}">
      <dgm:prSet/>
      <dgm:spPr/>
      <dgm:t>
        <a:bodyPr/>
        <a:lstStyle/>
        <a:p>
          <a:endParaRPr lang="en-US"/>
        </a:p>
      </dgm:t>
    </dgm:pt>
    <dgm:pt modelId="{D90EBD62-D604-4FC0-8565-97D603C2ED72}" type="sibTrans" cxnId="{7D405973-1960-4311-9169-5857E116DDBD}">
      <dgm:prSet/>
      <dgm:spPr/>
      <dgm:t>
        <a:bodyPr/>
        <a:lstStyle/>
        <a:p>
          <a:endParaRPr lang="en-US"/>
        </a:p>
      </dgm:t>
    </dgm:pt>
    <dgm:pt modelId="{D217E4D7-C962-4441-AC81-C56E821929B1}">
      <dgm:prSet/>
      <dgm:spPr/>
      <dgm:t>
        <a:bodyPr/>
        <a:lstStyle/>
        <a:p>
          <a:r>
            <a:rPr lang="en-US" dirty="0"/>
            <a:t>Exploit logical relationship</a:t>
          </a:r>
        </a:p>
      </dgm:t>
    </dgm:pt>
    <dgm:pt modelId="{837471C1-B6AB-497A-B6F9-2BFE0AA6BA8E}" type="parTrans" cxnId="{2BEFB100-B75B-4D60-A33C-D35B640B66F6}">
      <dgm:prSet/>
      <dgm:spPr/>
      <dgm:t>
        <a:bodyPr/>
        <a:lstStyle/>
        <a:p>
          <a:endParaRPr lang="en-US"/>
        </a:p>
      </dgm:t>
    </dgm:pt>
    <dgm:pt modelId="{DBB5C9E4-F7CF-4115-B9CC-3A867DF70D5A}" type="sibTrans" cxnId="{2BEFB100-B75B-4D60-A33C-D35B640B66F6}">
      <dgm:prSet/>
      <dgm:spPr/>
      <dgm:t>
        <a:bodyPr/>
        <a:lstStyle/>
        <a:p>
          <a:endParaRPr lang="en-US"/>
        </a:p>
      </dgm:t>
    </dgm:pt>
    <dgm:pt modelId="{3D1D38D3-0AB0-49AD-AE45-B63D84676209}" type="pres">
      <dgm:prSet presAssocID="{5844A541-AD74-4902-BE2A-75A67521ED6B}" presName="Name0" presStyleCnt="0">
        <dgm:presLayoutVars>
          <dgm:dir/>
          <dgm:animLvl val="lvl"/>
          <dgm:resizeHandles val="exact"/>
        </dgm:presLayoutVars>
      </dgm:prSet>
      <dgm:spPr/>
    </dgm:pt>
    <dgm:pt modelId="{81BCC54A-2AAE-4C2E-B0C0-80FD16B1C725}" type="pres">
      <dgm:prSet presAssocID="{52979371-C672-47E8-97C3-F99C60627E4D}" presName="composite" presStyleCnt="0"/>
      <dgm:spPr/>
    </dgm:pt>
    <dgm:pt modelId="{2121778D-329D-4D14-9476-0D94F77508BB}" type="pres">
      <dgm:prSet presAssocID="{52979371-C672-47E8-97C3-F99C60627E4D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407F8A15-287B-4E3F-9694-D80E1A260083}" type="pres">
      <dgm:prSet presAssocID="{52979371-C672-47E8-97C3-F99C60627E4D}" presName="desTx" presStyleLbl="alignAccFollowNode1" presStyleIdx="0" presStyleCnt="4">
        <dgm:presLayoutVars>
          <dgm:bulletEnabled val="1"/>
        </dgm:presLayoutVars>
      </dgm:prSet>
      <dgm:spPr/>
    </dgm:pt>
    <dgm:pt modelId="{FCC45ABB-88A9-4EAF-92A0-054C1C50F8FF}" type="pres">
      <dgm:prSet presAssocID="{253A61E8-84D5-4351-8D28-65B8A2C01517}" presName="space" presStyleCnt="0"/>
      <dgm:spPr/>
    </dgm:pt>
    <dgm:pt modelId="{B26B48A6-2A96-48BE-9338-39F62EE63FD4}" type="pres">
      <dgm:prSet presAssocID="{F8E21586-17D9-4C43-91EA-3E7E801BB16C}" presName="composite" presStyleCnt="0"/>
      <dgm:spPr/>
    </dgm:pt>
    <dgm:pt modelId="{A3809E8B-4ED8-4FD3-B6BF-665C5515B090}" type="pres">
      <dgm:prSet presAssocID="{F8E21586-17D9-4C43-91EA-3E7E801BB16C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4DC07C3B-13DA-4119-8B26-776082218A03}" type="pres">
      <dgm:prSet presAssocID="{F8E21586-17D9-4C43-91EA-3E7E801BB16C}" presName="desTx" presStyleLbl="alignAccFollowNode1" presStyleIdx="1" presStyleCnt="4">
        <dgm:presLayoutVars>
          <dgm:bulletEnabled val="1"/>
        </dgm:presLayoutVars>
      </dgm:prSet>
      <dgm:spPr/>
    </dgm:pt>
    <dgm:pt modelId="{F6020179-4C5D-4B88-9DE4-2B1F8EB6C957}" type="pres">
      <dgm:prSet presAssocID="{15C950EF-2A3E-4271-BD4E-695C34BBC797}" presName="space" presStyleCnt="0"/>
      <dgm:spPr/>
    </dgm:pt>
    <dgm:pt modelId="{8D7A03E5-24EC-4033-800C-D1B1E6A7D241}" type="pres">
      <dgm:prSet presAssocID="{5CD60BE7-8866-4EE9-859F-E5F013DF3081}" presName="composite" presStyleCnt="0"/>
      <dgm:spPr/>
    </dgm:pt>
    <dgm:pt modelId="{D0CE0DF7-C915-4920-9E4E-F8ACA7A86A51}" type="pres">
      <dgm:prSet presAssocID="{5CD60BE7-8866-4EE9-859F-E5F013DF3081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E5811F3D-C542-44E4-BBF8-911E5EE98BB5}" type="pres">
      <dgm:prSet presAssocID="{5CD60BE7-8866-4EE9-859F-E5F013DF3081}" presName="desTx" presStyleLbl="alignAccFollowNode1" presStyleIdx="2" presStyleCnt="4">
        <dgm:presLayoutVars>
          <dgm:bulletEnabled val="1"/>
        </dgm:presLayoutVars>
      </dgm:prSet>
      <dgm:spPr/>
    </dgm:pt>
    <dgm:pt modelId="{198F7851-F26E-4AD9-AF11-ED700FCB6E50}" type="pres">
      <dgm:prSet presAssocID="{4F4EBF9F-A6F9-4B59-92C4-3AA51A1EE17B}" presName="space" presStyleCnt="0"/>
      <dgm:spPr/>
    </dgm:pt>
    <dgm:pt modelId="{95E86E5B-35EA-4C41-A0ED-687C425960C0}" type="pres">
      <dgm:prSet presAssocID="{A93CF580-A70C-408D-AF19-494A120293D2}" presName="composite" presStyleCnt="0"/>
      <dgm:spPr/>
    </dgm:pt>
    <dgm:pt modelId="{4457CAC0-6A17-4C96-A40C-16A8A0DA955D}" type="pres">
      <dgm:prSet presAssocID="{A93CF580-A70C-408D-AF19-494A120293D2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D644ACF8-C135-465A-BD4C-A85FE0AF4C66}" type="pres">
      <dgm:prSet presAssocID="{A93CF580-A70C-408D-AF19-494A120293D2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2BEFB100-B75B-4D60-A33C-D35B640B66F6}" srcId="{A93CF580-A70C-408D-AF19-494A120293D2}" destId="{D217E4D7-C962-4441-AC81-C56E821929B1}" srcOrd="0" destOrd="0" parTransId="{837471C1-B6AB-497A-B6F9-2BFE0AA6BA8E}" sibTransId="{DBB5C9E4-F7CF-4115-B9CC-3A867DF70D5A}"/>
    <dgm:cxn modelId="{971D5504-823E-4BA4-AF76-69A8D52E4B70}" type="presOf" srcId="{F8E21586-17D9-4C43-91EA-3E7E801BB16C}" destId="{A3809E8B-4ED8-4FD3-B6BF-665C5515B090}" srcOrd="0" destOrd="0" presId="urn:microsoft.com/office/officeart/2005/8/layout/hList1"/>
    <dgm:cxn modelId="{2155AD0D-A96C-4AE7-8C24-2B7DAB3087D3}" type="presOf" srcId="{52979371-C672-47E8-97C3-F99C60627E4D}" destId="{2121778D-329D-4D14-9476-0D94F77508BB}" srcOrd="0" destOrd="0" presId="urn:microsoft.com/office/officeart/2005/8/layout/hList1"/>
    <dgm:cxn modelId="{08DE5B10-0B02-4F2C-BE13-C2FD53699118}" srcId="{5844A541-AD74-4902-BE2A-75A67521ED6B}" destId="{5CD60BE7-8866-4EE9-859F-E5F013DF3081}" srcOrd="2" destOrd="0" parTransId="{2A1BC162-43E5-4FEE-8063-EFA79ED18170}" sibTransId="{4F4EBF9F-A6F9-4B59-92C4-3AA51A1EE17B}"/>
    <dgm:cxn modelId="{FB037915-64C0-4C25-8341-62A0776C7B7A}" type="presOf" srcId="{BBFEBDB5-2E81-4FB2-93AF-E763DD583A59}" destId="{4DC07C3B-13DA-4119-8B26-776082218A03}" srcOrd="0" destOrd="0" presId="urn:microsoft.com/office/officeart/2005/8/layout/hList1"/>
    <dgm:cxn modelId="{B1F3A035-08E7-4043-8642-D22D36740079}" type="presOf" srcId="{5844A541-AD74-4902-BE2A-75A67521ED6B}" destId="{3D1D38D3-0AB0-49AD-AE45-B63D84676209}" srcOrd="0" destOrd="0" presId="urn:microsoft.com/office/officeart/2005/8/layout/hList1"/>
    <dgm:cxn modelId="{8952A268-A44F-4865-B40E-455B05D878C1}" type="presOf" srcId="{5CD60BE7-8866-4EE9-859F-E5F013DF3081}" destId="{D0CE0DF7-C915-4920-9E4E-F8ACA7A86A51}" srcOrd="0" destOrd="0" presId="urn:microsoft.com/office/officeart/2005/8/layout/hList1"/>
    <dgm:cxn modelId="{7695746B-8253-4370-BC70-93390049BF25}" type="presOf" srcId="{A93CF580-A70C-408D-AF19-494A120293D2}" destId="{4457CAC0-6A17-4C96-A40C-16A8A0DA955D}" srcOrd="0" destOrd="0" presId="urn:microsoft.com/office/officeart/2005/8/layout/hList1"/>
    <dgm:cxn modelId="{0685676F-001C-4D25-B700-1BB898F7BCEC}" type="presOf" srcId="{D217E4D7-C962-4441-AC81-C56E821929B1}" destId="{D644ACF8-C135-465A-BD4C-A85FE0AF4C66}" srcOrd="0" destOrd="0" presId="urn:microsoft.com/office/officeart/2005/8/layout/hList1"/>
    <dgm:cxn modelId="{A6F0AD70-18B4-4578-968B-5A82F7531BCA}" srcId="{F8E21586-17D9-4C43-91EA-3E7E801BB16C}" destId="{BBFEBDB5-2E81-4FB2-93AF-E763DD583A59}" srcOrd="0" destOrd="0" parTransId="{D1639085-3D7A-4CD1-BC4A-6E5BE08F6A15}" sibTransId="{4B82CA08-AA28-43E9-827C-825B8503F0E9}"/>
    <dgm:cxn modelId="{7D405973-1960-4311-9169-5857E116DDBD}" srcId="{5844A541-AD74-4902-BE2A-75A67521ED6B}" destId="{A93CF580-A70C-408D-AF19-494A120293D2}" srcOrd="3" destOrd="0" parTransId="{CDA855C2-10DF-4C2C-9710-72ED569B6DAE}" sibTransId="{D90EBD62-D604-4FC0-8565-97D603C2ED72}"/>
    <dgm:cxn modelId="{B1EF638B-0464-4FD9-B60E-BB9278119173}" srcId="{5844A541-AD74-4902-BE2A-75A67521ED6B}" destId="{52979371-C672-47E8-97C3-F99C60627E4D}" srcOrd="0" destOrd="0" parTransId="{2A066A04-B340-4A56-9A86-CCA1ACB606B5}" sibTransId="{253A61E8-84D5-4351-8D28-65B8A2C01517}"/>
    <dgm:cxn modelId="{F424A996-5670-4DCE-88BA-C26BAF09BA66}" srcId="{5CD60BE7-8866-4EE9-859F-E5F013DF3081}" destId="{A6B2B1FF-35BD-4042-8432-42ED2789CDD9}" srcOrd="0" destOrd="0" parTransId="{AEB167DA-91E5-4741-B351-5AABC5113B77}" sibTransId="{B14D1E5B-CA6D-45F8-8657-33D4A2CF68D5}"/>
    <dgm:cxn modelId="{136218AB-58D4-4F19-BB5A-956D5075EEBB}" type="presOf" srcId="{A6B2B1FF-35BD-4042-8432-42ED2789CDD9}" destId="{E5811F3D-C542-44E4-BBF8-911E5EE98BB5}" srcOrd="0" destOrd="0" presId="urn:microsoft.com/office/officeart/2005/8/layout/hList1"/>
    <dgm:cxn modelId="{7B03FCB2-F9E0-46EA-ABCE-38E3EE5BE171}" srcId="{52979371-C672-47E8-97C3-F99C60627E4D}" destId="{3CBF346B-5DFC-49FA-9740-6274DD0C1435}" srcOrd="0" destOrd="0" parTransId="{932FF1C1-AC93-4AE1-BB01-68F718F4706D}" sibTransId="{A4EC0D9E-56F5-4E1D-85E8-103999B0759B}"/>
    <dgm:cxn modelId="{55AA00C4-5622-4D9B-8F21-EFAC9B32AC81}" type="presOf" srcId="{3CBF346B-5DFC-49FA-9740-6274DD0C1435}" destId="{407F8A15-287B-4E3F-9694-D80E1A260083}" srcOrd="0" destOrd="0" presId="urn:microsoft.com/office/officeart/2005/8/layout/hList1"/>
    <dgm:cxn modelId="{E25242CD-4FD2-4FAB-9606-8A699965184F}" srcId="{5844A541-AD74-4902-BE2A-75A67521ED6B}" destId="{F8E21586-17D9-4C43-91EA-3E7E801BB16C}" srcOrd="1" destOrd="0" parTransId="{00C65DF5-56BE-4662-A63A-56201A2ABC57}" sibTransId="{15C950EF-2A3E-4271-BD4E-695C34BBC797}"/>
    <dgm:cxn modelId="{C919EEFC-C726-4DD1-9D72-60D5BCA15BAF}" type="presParOf" srcId="{3D1D38D3-0AB0-49AD-AE45-B63D84676209}" destId="{81BCC54A-2AAE-4C2E-B0C0-80FD16B1C725}" srcOrd="0" destOrd="0" presId="urn:microsoft.com/office/officeart/2005/8/layout/hList1"/>
    <dgm:cxn modelId="{6986D5AA-D050-405F-A4EF-DBF4EABAFEA6}" type="presParOf" srcId="{81BCC54A-2AAE-4C2E-B0C0-80FD16B1C725}" destId="{2121778D-329D-4D14-9476-0D94F77508BB}" srcOrd="0" destOrd="0" presId="urn:microsoft.com/office/officeart/2005/8/layout/hList1"/>
    <dgm:cxn modelId="{41755642-8F16-4AEE-9B09-275D28199678}" type="presParOf" srcId="{81BCC54A-2AAE-4C2E-B0C0-80FD16B1C725}" destId="{407F8A15-287B-4E3F-9694-D80E1A260083}" srcOrd="1" destOrd="0" presId="urn:microsoft.com/office/officeart/2005/8/layout/hList1"/>
    <dgm:cxn modelId="{553BAAC7-ED09-4C44-9488-394AB8C6303D}" type="presParOf" srcId="{3D1D38D3-0AB0-49AD-AE45-B63D84676209}" destId="{FCC45ABB-88A9-4EAF-92A0-054C1C50F8FF}" srcOrd="1" destOrd="0" presId="urn:microsoft.com/office/officeart/2005/8/layout/hList1"/>
    <dgm:cxn modelId="{59EB5CA7-326A-4333-8FC6-39D5334AF655}" type="presParOf" srcId="{3D1D38D3-0AB0-49AD-AE45-B63D84676209}" destId="{B26B48A6-2A96-48BE-9338-39F62EE63FD4}" srcOrd="2" destOrd="0" presId="urn:microsoft.com/office/officeart/2005/8/layout/hList1"/>
    <dgm:cxn modelId="{95E4F78A-72AD-4DE9-9635-1F9418D23A52}" type="presParOf" srcId="{B26B48A6-2A96-48BE-9338-39F62EE63FD4}" destId="{A3809E8B-4ED8-4FD3-B6BF-665C5515B090}" srcOrd="0" destOrd="0" presId="urn:microsoft.com/office/officeart/2005/8/layout/hList1"/>
    <dgm:cxn modelId="{471DC87E-DE83-4CD4-9B89-36FB1D5B6DCC}" type="presParOf" srcId="{B26B48A6-2A96-48BE-9338-39F62EE63FD4}" destId="{4DC07C3B-13DA-4119-8B26-776082218A03}" srcOrd="1" destOrd="0" presId="urn:microsoft.com/office/officeart/2005/8/layout/hList1"/>
    <dgm:cxn modelId="{F6631B7A-09C8-4C8A-B9AA-50D6AD9D1954}" type="presParOf" srcId="{3D1D38D3-0AB0-49AD-AE45-B63D84676209}" destId="{F6020179-4C5D-4B88-9DE4-2B1F8EB6C957}" srcOrd="3" destOrd="0" presId="urn:microsoft.com/office/officeart/2005/8/layout/hList1"/>
    <dgm:cxn modelId="{18038474-1169-4B4A-B9BA-C8EEA45FB32A}" type="presParOf" srcId="{3D1D38D3-0AB0-49AD-AE45-B63D84676209}" destId="{8D7A03E5-24EC-4033-800C-D1B1E6A7D241}" srcOrd="4" destOrd="0" presId="urn:microsoft.com/office/officeart/2005/8/layout/hList1"/>
    <dgm:cxn modelId="{4A95CEE3-23D1-4978-9D62-404936A63712}" type="presParOf" srcId="{8D7A03E5-24EC-4033-800C-D1B1E6A7D241}" destId="{D0CE0DF7-C915-4920-9E4E-F8ACA7A86A51}" srcOrd="0" destOrd="0" presId="urn:microsoft.com/office/officeart/2005/8/layout/hList1"/>
    <dgm:cxn modelId="{C6E08D7E-A5A3-4E8A-8E32-3D845DDC1C68}" type="presParOf" srcId="{8D7A03E5-24EC-4033-800C-D1B1E6A7D241}" destId="{E5811F3D-C542-44E4-BBF8-911E5EE98BB5}" srcOrd="1" destOrd="0" presId="urn:microsoft.com/office/officeart/2005/8/layout/hList1"/>
    <dgm:cxn modelId="{FF336897-A816-4795-ACAB-63CB32D10E4E}" type="presParOf" srcId="{3D1D38D3-0AB0-49AD-AE45-B63D84676209}" destId="{198F7851-F26E-4AD9-AF11-ED700FCB6E50}" srcOrd="5" destOrd="0" presId="urn:microsoft.com/office/officeart/2005/8/layout/hList1"/>
    <dgm:cxn modelId="{5B538AC1-70F7-4B96-A64A-3249ABC1B940}" type="presParOf" srcId="{3D1D38D3-0AB0-49AD-AE45-B63D84676209}" destId="{95E86E5B-35EA-4C41-A0ED-687C425960C0}" srcOrd="6" destOrd="0" presId="urn:microsoft.com/office/officeart/2005/8/layout/hList1"/>
    <dgm:cxn modelId="{86B68294-CEAB-4FA9-AA86-A2381610BC11}" type="presParOf" srcId="{95E86E5B-35EA-4C41-A0ED-687C425960C0}" destId="{4457CAC0-6A17-4C96-A40C-16A8A0DA955D}" srcOrd="0" destOrd="0" presId="urn:microsoft.com/office/officeart/2005/8/layout/hList1"/>
    <dgm:cxn modelId="{BB85794F-5356-4375-9B82-1EA9CF88049F}" type="presParOf" srcId="{95E86E5B-35EA-4C41-A0ED-687C425960C0}" destId="{D644ACF8-C135-465A-BD4C-A85FE0AF4C66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21778D-329D-4D14-9476-0D94F77508BB}">
      <dsp:nvSpPr>
        <dsp:cNvPr id="0" name=""/>
        <dsp:cNvSpPr/>
      </dsp:nvSpPr>
      <dsp:spPr>
        <a:xfrm>
          <a:off x="4457" y="685421"/>
          <a:ext cx="2680039" cy="8928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125984" rIns="220472" bIns="125984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Physical</a:t>
          </a:r>
        </a:p>
      </dsp:txBody>
      <dsp:txXfrm>
        <a:off x="4457" y="685421"/>
        <a:ext cx="2680039" cy="892800"/>
      </dsp:txXfrm>
    </dsp:sp>
    <dsp:sp modelId="{407F8A15-287B-4E3F-9694-D80E1A260083}">
      <dsp:nvSpPr>
        <dsp:cNvPr id="0" name=""/>
        <dsp:cNvSpPr/>
      </dsp:nvSpPr>
      <dsp:spPr>
        <a:xfrm>
          <a:off x="4457" y="1578221"/>
          <a:ext cx="2680039" cy="2616671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354" tIns="165354" rIns="220472" bIns="248031" numCol="1" spcCol="1270" anchor="t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kern="1200" dirty="0"/>
            <a:t>Limits on physical actions</a:t>
          </a:r>
        </a:p>
      </dsp:txBody>
      <dsp:txXfrm>
        <a:off x="4457" y="1578221"/>
        <a:ext cx="2680039" cy="2616671"/>
      </dsp:txXfrm>
    </dsp:sp>
    <dsp:sp modelId="{A3809E8B-4ED8-4FD3-B6BF-665C5515B090}">
      <dsp:nvSpPr>
        <dsp:cNvPr id="0" name=""/>
        <dsp:cNvSpPr/>
      </dsp:nvSpPr>
      <dsp:spPr>
        <a:xfrm>
          <a:off x="3059702" y="685421"/>
          <a:ext cx="2680039" cy="8928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125984" rIns="220472" bIns="125984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Semantic</a:t>
          </a:r>
        </a:p>
      </dsp:txBody>
      <dsp:txXfrm>
        <a:off x="3059702" y="685421"/>
        <a:ext cx="2680039" cy="892800"/>
      </dsp:txXfrm>
    </dsp:sp>
    <dsp:sp modelId="{4DC07C3B-13DA-4119-8B26-776082218A03}">
      <dsp:nvSpPr>
        <dsp:cNvPr id="0" name=""/>
        <dsp:cNvSpPr/>
      </dsp:nvSpPr>
      <dsp:spPr>
        <a:xfrm>
          <a:off x="3059702" y="1578221"/>
          <a:ext cx="2680039" cy="2616671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354" tIns="165354" rIns="220472" bIns="248031" numCol="1" spcCol="1270" anchor="t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kern="1200" dirty="0"/>
            <a:t>Rely on our knowledge of situation and the world</a:t>
          </a:r>
        </a:p>
      </dsp:txBody>
      <dsp:txXfrm>
        <a:off x="3059702" y="1578221"/>
        <a:ext cx="2680039" cy="2616671"/>
      </dsp:txXfrm>
    </dsp:sp>
    <dsp:sp modelId="{D0CE0DF7-C915-4920-9E4E-F8ACA7A86A51}">
      <dsp:nvSpPr>
        <dsp:cNvPr id="0" name=""/>
        <dsp:cNvSpPr/>
      </dsp:nvSpPr>
      <dsp:spPr>
        <a:xfrm>
          <a:off x="6114947" y="685421"/>
          <a:ext cx="2680039" cy="8928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125984" rIns="220472" bIns="125984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Cultural</a:t>
          </a:r>
        </a:p>
      </dsp:txBody>
      <dsp:txXfrm>
        <a:off x="6114947" y="685421"/>
        <a:ext cx="2680039" cy="892800"/>
      </dsp:txXfrm>
    </dsp:sp>
    <dsp:sp modelId="{E5811F3D-C542-44E4-BBF8-911E5EE98BB5}">
      <dsp:nvSpPr>
        <dsp:cNvPr id="0" name=""/>
        <dsp:cNvSpPr/>
      </dsp:nvSpPr>
      <dsp:spPr>
        <a:xfrm>
          <a:off x="6114947" y="1578221"/>
          <a:ext cx="2680039" cy="2616671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354" tIns="165354" rIns="220472" bIns="248031" numCol="1" spcCol="1270" anchor="t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kern="1200" dirty="0"/>
            <a:t>Rely upon accepted cultural conventions</a:t>
          </a:r>
        </a:p>
      </dsp:txBody>
      <dsp:txXfrm>
        <a:off x="6114947" y="1578221"/>
        <a:ext cx="2680039" cy="2616671"/>
      </dsp:txXfrm>
    </dsp:sp>
    <dsp:sp modelId="{4457CAC0-6A17-4C96-A40C-16A8A0DA955D}">
      <dsp:nvSpPr>
        <dsp:cNvPr id="0" name=""/>
        <dsp:cNvSpPr/>
      </dsp:nvSpPr>
      <dsp:spPr>
        <a:xfrm>
          <a:off x="9170192" y="685421"/>
          <a:ext cx="2680039" cy="8928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125984" rIns="220472" bIns="125984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Logical</a:t>
          </a:r>
        </a:p>
      </dsp:txBody>
      <dsp:txXfrm>
        <a:off x="9170192" y="685421"/>
        <a:ext cx="2680039" cy="892800"/>
      </dsp:txXfrm>
    </dsp:sp>
    <dsp:sp modelId="{D644ACF8-C135-465A-BD4C-A85FE0AF4C66}">
      <dsp:nvSpPr>
        <dsp:cNvPr id="0" name=""/>
        <dsp:cNvSpPr/>
      </dsp:nvSpPr>
      <dsp:spPr>
        <a:xfrm>
          <a:off x="9170192" y="1578221"/>
          <a:ext cx="2680039" cy="2616671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354" tIns="165354" rIns="220472" bIns="248031" numCol="1" spcCol="1270" anchor="t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kern="1200" dirty="0"/>
            <a:t>Exploit logical relationship</a:t>
          </a:r>
        </a:p>
      </dsp:txBody>
      <dsp:txXfrm>
        <a:off x="9170192" y="1578221"/>
        <a:ext cx="2680039" cy="26166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33B4B9-AFB0-43EB-82AF-ED70AC262E4F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472C8F-9949-4688-BFEB-F813D79CFC0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9926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31E77A-DD07-4A76-801D-B4BF4990C412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A3AB2B-189A-4C92-A457-C6A3833631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89837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A3AB2B-189A-4C92-A457-C6A3833631A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4390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A3AB2B-189A-4C92-A457-C6A3833631A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5617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A3AB2B-189A-4C92-A457-C6A3833631A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0022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A3AB2B-189A-4C92-A457-C6A3833631A7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5208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3AB2B-189A-4C92-A457-C6A3833631A7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8349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3AB2B-189A-4C92-A457-C6A3833631A7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412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3AB2B-189A-4C92-A457-C6A3833631A7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1652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3AB2B-189A-4C92-A457-C6A3833631A7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3658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3AB2B-189A-4C92-A457-C6A3833631A7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3725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3AB2B-189A-4C92-A457-C6A3833631A7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6594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3AB2B-189A-4C92-A457-C6A3833631A7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2371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3AB2B-189A-4C92-A457-C6A3833631A7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4005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3AB2B-189A-4C92-A457-C6A3833631A7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2418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3AB2B-189A-4C92-A457-C6A3833631A7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9491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3AB2B-189A-4C92-A457-C6A3833631A7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4373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3AB2B-189A-4C92-A457-C6A3833631A7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3239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3AB2B-189A-4C92-A457-C6A3833631A7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8604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3AB2B-189A-4C92-A457-C6A3833631A7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6957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3AB2B-189A-4C92-A457-C6A3833631A7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4642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1. Steering wheels and tyres, controls</a:t>
            </a:r>
            <a:r>
              <a:rPr lang="en-US" baseline="0" dirty="0"/>
              <a:t> of tanks , cranes , bulldozers and wheel chairs…. Volume control on remote -&gt; upper button increase</a:t>
            </a:r>
            <a:endParaRPr lang="en-US" dirty="0"/>
          </a:p>
          <a:p>
            <a:r>
              <a:rPr lang="en-US" dirty="0"/>
              <a:t>3.Give examples here …. Like up and right means more and likewise left and down means less </a:t>
            </a:r>
            <a:r>
              <a:rPr lang="en-US" dirty="0">
                <a:sym typeface="Wingdings" panose="05000000000000000000" pitchFamily="2" charset="2"/>
              </a:rPr>
              <a:t> sliders in apps</a:t>
            </a:r>
          </a:p>
          <a:p>
            <a:r>
              <a:rPr lang="en-US" baseline="0" dirty="0">
                <a:sym typeface="Wingdings" panose="05000000000000000000" pitchFamily="2" charset="2"/>
              </a:rPr>
              <a:t>A red button may indicate “stop” or “emergency” ; a green button may indicate “go” or “resume”.  </a:t>
            </a:r>
            <a:r>
              <a:rPr lang="en-US" baseline="0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A3AB2B-189A-4C92-A457-C6A3833631A7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4159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A3AB2B-189A-4C92-A457-C6A3833631A7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7516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3AB2B-189A-4C92-A457-C6A3833631A7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8981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igure">
            <a:extLst>
              <a:ext uri="{FF2B5EF4-FFF2-40B4-BE49-F238E27FC236}">
                <a16:creationId xmlns:a16="http://schemas.microsoft.com/office/drawing/2014/main" id="{0DFD6B67-4EBF-4059-B726-B133E1C8983A}"/>
              </a:ext>
            </a:extLst>
          </p:cNvPr>
          <p:cNvSpPr/>
          <p:nvPr userDrawn="1"/>
        </p:nvSpPr>
        <p:spPr>
          <a:xfrm>
            <a:off x="3867079" y="785076"/>
            <a:ext cx="4801950" cy="59588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693" h="20744" extrusionOk="0">
                <a:moveTo>
                  <a:pt x="50" y="8912"/>
                </a:moveTo>
                <a:cubicBezTo>
                  <a:pt x="599" y="13351"/>
                  <a:pt x="9033" y="21184"/>
                  <a:pt x="14691" y="20725"/>
                </a:cubicBezTo>
                <a:cubicBezTo>
                  <a:pt x="20349" y="20265"/>
                  <a:pt x="21091" y="11684"/>
                  <a:pt x="20542" y="7246"/>
                </a:cubicBezTo>
                <a:cubicBezTo>
                  <a:pt x="19992" y="2808"/>
                  <a:pt x="14951" y="-416"/>
                  <a:pt x="9293" y="43"/>
                </a:cubicBezTo>
                <a:cubicBezTo>
                  <a:pt x="3636" y="503"/>
                  <a:pt x="-509" y="4474"/>
                  <a:pt x="50" y="8912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8" name="Figure">
            <a:extLst>
              <a:ext uri="{FF2B5EF4-FFF2-40B4-BE49-F238E27FC236}">
                <a16:creationId xmlns:a16="http://schemas.microsoft.com/office/drawing/2014/main" id="{A6AFB5AB-00A5-42C5-8B89-0D4DEAD0012C}"/>
              </a:ext>
            </a:extLst>
          </p:cNvPr>
          <p:cNvSpPr/>
          <p:nvPr userDrawn="1"/>
        </p:nvSpPr>
        <p:spPr>
          <a:xfrm>
            <a:off x="2927648" y="1746876"/>
            <a:ext cx="7103771" cy="48296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589" h="18693" extrusionOk="0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9" name="Figure">
            <a:extLst>
              <a:ext uri="{FF2B5EF4-FFF2-40B4-BE49-F238E27FC236}">
                <a16:creationId xmlns:a16="http://schemas.microsoft.com/office/drawing/2014/main" id="{F853A99F-53BE-43F4-B45A-A2127E017721}"/>
              </a:ext>
            </a:extLst>
          </p:cNvPr>
          <p:cNvSpPr/>
          <p:nvPr userDrawn="1"/>
        </p:nvSpPr>
        <p:spPr>
          <a:xfrm>
            <a:off x="2368461" y="1388997"/>
            <a:ext cx="6998772" cy="48122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9116" extrusionOk="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0" name="Figure">
            <a:extLst>
              <a:ext uri="{FF2B5EF4-FFF2-40B4-BE49-F238E27FC236}">
                <a16:creationId xmlns:a16="http://schemas.microsoft.com/office/drawing/2014/main" id="{523540BF-0941-4408-B229-3B101068B600}"/>
              </a:ext>
            </a:extLst>
          </p:cNvPr>
          <p:cNvSpPr/>
          <p:nvPr userDrawn="1"/>
        </p:nvSpPr>
        <p:spPr>
          <a:xfrm>
            <a:off x="6730112" y="114053"/>
            <a:ext cx="1313884" cy="11862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8415" h="19060" extrusionOk="0">
                <a:moveTo>
                  <a:pt x="1251" y="17706"/>
                </a:moveTo>
                <a:cubicBezTo>
                  <a:pt x="3633" y="20258"/>
                  <a:pt x="13007" y="19180"/>
                  <a:pt x="16737" y="14651"/>
                </a:cubicBezTo>
                <a:cubicBezTo>
                  <a:pt x="20468" y="10087"/>
                  <a:pt x="17145" y="3797"/>
                  <a:pt x="14794" y="1210"/>
                </a:cubicBezTo>
                <a:cubicBezTo>
                  <a:pt x="12411" y="-1342"/>
                  <a:pt x="7458" y="275"/>
                  <a:pt x="3727" y="4804"/>
                </a:cubicBezTo>
                <a:cubicBezTo>
                  <a:pt x="-3" y="9368"/>
                  <a:pt x="-1132" y="15155"/>
                  <a:pt x="1251" y="17706"/>
                </a:cubicBezTo>
                <a:close/>
              </a:path>
            </a:pathLst>
          </a:custGeom>
          <a:solidFill>
            <a:schemeClr val="accent5">
              <a:alpha val="80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1" name="Figure">
            <a:extLst>
              <a:ext uri="{FF2B5EF4-FFF2-40B4-BE49-F238E27FC236}">
                <a16:creationId xmlns:a16="http://schemas.microsoft.com/office/drawing/2014/main" id="{BD5C64BF-08E2-4135-B576-782BCC1358BD}"/>
              </a:ext>
            </a:extLst>
          </p:cNvPr>
          <p:cNvSpPr/>
          <p:nvPr userDrawn="1"/>
        </p:nvSpPr>
        <p:spPr>
          <a:xfrm>
            <a:off x="1921112" y="4207292"/>
            <a:ext cx="875650" cy="8921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088" h="18770" extrusionOk="0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2" name="Figure">
            <a:extLst>
              <a:ext uri="{FF2B5EF4-FFF2-40B4-BE49-F238E27FC236}">
                <a16:creationId xmlns:a16="http://schemas.microsoft.com/office/drawing/2014/main" id="{284B6DC6-7C4D-44E7-9164-F5FAB39BEF1C}"/>
              </a:ext>
            </a:extLst>
          </p:cNvPr>
          <p:cNvSpPr/>
          <p:nvPr userDrawn="1"/>
        </p:nvSpPr>
        <p:spPr>
          <a:xfrm>
            <a:off x="8765547" y="1031118"/>
            <a:ext cx="604493" cy="5757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202" h="18783" extrusionOk="0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9A6E0A-A784-4C45-AFF8-2658713EFA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1928" y="2072667"/>
            <a:ext cx="5868144" cy="2387600"/>
          </a:xfrm>
        </p:spPr>
        <p:txBody>
          <a:bodyPr anchor="b"/>
          <a:lstStyle>
            <a:lvl1pPr algn="ctr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C34C85-A365-4BBD-B9CF-8C6283402A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61928" y="4552342"/>
            <a:ext cx="5868144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00830-2640-4EEC-B623-30A512C08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28248" y="6356350"/>
            <a:ext cx="3025552" cy="365125"/>
          </a:xfrm>
        </p:spPr>
        <p:txBody>
          <a:bodyPr/>
          <a:lstStyle>
            <a:lvl1pPr algn="r">
              <a:defRPr>
                <a:solidFill>
                  <a:srgbClr val="E7B881"/>
                </a:solidFill>
              </a:defRPr>
            </a:lvl1pPr>
          </a:lstStyle>
          <a:p>
            <a:r>
              <a:rPr lang="en-US"/>
              <a:t>Lecture by Amaid Zia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134BEE-A5E6-4412-8FD9-8901D70DA06E}"/>
              </a:ext>
            </a:extLst>
          </p:cNvPr>
          <p:cNvSpPr txBox="1">
            <a:spLocks/>
          </p:cNvSpPr>
          <p:nvPr userDrawn="1"/>
        </p:nvSpPr>
        <p:spPr>
          <a:xfrm>
            <a:off x="654164" y="636122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914354" rtl="0" eaLnBrk="1" latinLnBrk="0" hangingPunct="1">
              <a:defRPr sz="24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dirty="0">
                <a:solidFill>
                  <a:srgbClr val="E7B881"/>
                </a:solidFill>
                <a:latin typeface="Arial Black" panose="020B0A04020102020204" pitchFamily="34" charset="0"/>
              </a:rPr>
              <a:t>C</a:t>
            </a:r>
            <a:r>
              <a:rPr lang="en-US" sz="2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1264084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igure">
            <a:extLst>
              <a:ext uri="{FF2B5EF4-FFF2-40B4-BE49-F238E27FC236}">
                <a16:creationId xmlns:a16="http://schemas.microsoft.com/office/drawing/2014/main" id="{0DFD6B67-4EBF-4059-B726-B133E1C8983A}"/>
              </a:ext>
            </a:extLst>
          </p:cNvPr>
          <p:cNvSpPr/>
          <p:nvPr userDrawn="1"/>
        </p:nvSpPr>
        <p:spPr>
          <a:xfrm>
            <a:off x="3867079" y="785076"/>
            <a:ext cx="4801950" cy="59588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693" h="20744" extrusionOk="0">
                <a:moveTo>
                  <a:pt x="50" y="8912"/>
                </a:moveTo>
                <a:cubicBezTo>
                  <a:pt x="599" y="13351"/>
                  <a:pt x="9033" y="21184"/>
                  <a:pt x="14691" y="20725"/>
                </a:cubicBezTo>
                <a:cubicBezTo>
                  <a:pt x="20349" y="20265"/>
                  <a:pt x="21091" y="11684"/>
                  <a:pt x="20542" y="7246"/>
                </a:cubicBezTo>
                <a:cubicBezTo>
                  <a:pt x="19992" y="2808"/>
                  <a:pt x="14951" y="-416"/>
                  <a:pt x="9293" y="43"/>
                </a:cubicBezTo>
                <a:cubicBezTo>
                  <a:pt x="3636" y="503"/>
                  <a:pt x="-509" y="4474"/>
                  <a:pt x="50" y="8912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8" name="Figure">
            <a:extLst>
              <a:ext uri="{FF2B5EF4-FFF2-40B4-BE49-F238E27FC236}">
                <a16:creationId xmlns:a16="http://schemas.microsoft.com/office/drawing/2014/main" id="{A6AFB5AB-00A5-42C5-8B89-0D4DEAD0012C}"/>
              </a:ext>
            </a:extLst>
          </p:cNvPr>
          <p:cNvSpPr/>
          <p:nvPr userDrawn="1"/>
        </p:nvSpPr>
        <p:spPr>
          <a:xfrm>
            <a:off x="2927648" y="1746876"/>
            <a:ext cx="7103771" cy="48296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589" h="18693" extrusionOk="0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9" name="Figure">
            <a:extLst>
              <a:ext uri="{FF2B5EF4-FFF2-40B4-BE49-F238E27FC236}">
                <a16:creationId xmlns:a16="http://schemas.microsoft.com/office/drawing/2014/main" id="{F853A99F-53BE-43F4-B45A-A2127E017721}"/>
              </a:ext>
            </a:extLst>
          </p:cNvPr>
          <p:cNvSpPr/>
          <p:nvPr userDrawn="1"/>
        </p:nvSpPr>
        <p:spPr>
          <a:xfrm>
            <a:off x="2368461" y="1388997"/>
            <a:ext cx="6998772" cy="48122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9116" extrusionOk="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0" name="Figure">
            <a:extLst>
              <a:ext uri="{FF2B5EF4-FFF2-40B4-BE49-F238E27FC236}">
                <a16:creationId xmlns:a16="http://schemas.microsoft.com/office/drawing/2014/main" id="{523540BF-0941-4408-B229-3B101068B600}"/>
              </a:ext>
            </a:extLst>
          </p:cNvPr>
          <p:cNvSpPr/>
          <p:nvPr userDrawn="1"/>
        </p:nvSpPr>
        <p:spPr>
          <a:xfrm>
            <a:off x="6730112" y="114053"/>
            <a:ext cx="1313884" cy="11862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8415" h="19060" extrusionOk="0">
                <a:moveTo>
                  <a:pt x="1251" y="17706"/>
                </a:moveTo>
                <a:cubicBezTo>
                  <a:pt x="3633" y="20258"/>
                  <a:pt x="13007" y="19180"/>
                  <a:pt x="16737" y="14651"/>
                </a:cubicBezTo>
                <a:cubicBezTo>
                  <a:pt x="20468" y="10087"/>
                  <a:pt x="17145" y="3797"/>
                  <a:pt x="14794" y="1210"/>
                </a:cubicBezTo>
                <a:cubicBezTo>
                  <a:pt x="12411" y="-1342"/>
                  <a:pt x="7458" y="275"/>
                  <a:pt x="3727" y="4804"/>
                </a:cubicBezTo>
                <a:cubicBezTo>
                  <a:pt x="-3" y="9368"/>
                  <a:pt x="-1132" y="15155"/>
                  <a:pt x="1251" y="1770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1" name="Figure">
            <a:extLst>
              <a:ext uri="{FF2B5EF4-FFF2-40B4-BE49-F238E27FC236}">
                <a16:creationId xmlns:a16="http://schemas.microsoft.com/office/drawing/2014/main" id="{BD5C64BF-08E2-4135-B576-782BCC1358BD}"/>
              </a:ext>
            </a:extLst>
          </p:cNvPr>
          <p:cNvSpPr/>
          <p:nvPr userDrawn="1"/>
        </p:nvSpPr>
        <p:spPr>
          <a:xfrm>
            <a:off x="1921112" y="4207292"/>
            <a:ext cx="875650" cy="8921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088" h="18770" extrusionOk="0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2" name="Figure">
            <a:extLst>
              <a:ext uri="{FF2B5EF4-FFF2-40B4-BE49-F238E27FC236}">
                <a16:creationId xmlns:a16="http://schemas.microsoft.com/office/drawing/2014/main" id="{284B6DC6-7C4D-44E7-9164-F5FAB39BEF1C}"/>
              </a:ext>
            </a:extLst>
          </p:cNvPr>
          <p:cNvSpPr/>
          <p:nvPr userDrawn="1"/>
        </p:nvSpPr>
        <p:spPr>
          <a:xfrm>
            <a:off x="8765547" y="1031118"/>
            <a:ext cx="604493" cy="5757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202" h="18783" extrusionOk="0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9A6E0A-A784-4C45-AFF8-2658713EFA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1928" y="2072667"/>
            <a:ext cx="5868144" cy="2387600"/>
          </a:xfrm>
        </p:spPr>
        <p:txBody>
          <a:bodyPr anchor="b"/>
          <a:lstStyle>
            <a:lvl1pPr algn="ctr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C34C85-A365-4BBD-B9CF-8C6283402A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61928" y="4552342"/>
            <a:ext cx="5868144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00830-2640-4EEC-B623-30A512C08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28248" y="6356350"/>
            <a:ext cx="3025552" cy="365125"/>
          </a:xfrm>
        </p:spPr>
        <p:txBody>
          <a:bodyPr/>
          <a:lstStyle>
            <a:lvl1pPr algn="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Lecture by Amaid Zia</a:t>
            </a:r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0AE48E21-BD65-464F-9C9D-90856417669C}"/>
              </a:ext>
            </a:extLst>
          </p:cNvPr>
          <p:cNvSpPr txBox="1">
            <a:spLocks/>
          </p:cNvSpPr>
          <p:nvPr userDrawn="1"/>
        </p:nvSpPr>
        <p:spPr>
          <a:xfrm>
            <a:off x="654164" y="636122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914354" rtl="0" eaLnBrk="1" latinLnBrk="0" hangingPunct="1">
              <a:defRPr sz="24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dirty="0">
                <a:solidFill>
                  <a:srgbClr val="E7B881"/>
                </a:solidFill>
                <a:latin typeface="Arial Black" panose="020B0A04020102020204" pitchFamily="34" charset="0"/>
              </a:rPr>
              <a:t>C</a:t>
            </a:r>
            <a:r>
              <a:rPr lang="en-US" sz="2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427953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4FBAB8-BEED-48B7-8311-3C8152990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C1BDEC-AF7B-46EA-8658-114FC3591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by Amaid Zia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88FA8A-1FAF-4B62-8EA4-B5AA10F81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CB3F-26C9-44D7-A7CB-40F86C5CE4B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304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2BE77-6C43-40AD-ABCF-E64E36A51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62276-1662-4EB6-B7CB-4BCCA4334D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16D0A-CC06-4975-A732-F53359E90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54B79-E7FE-48ED-B0DA-7D78B7035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by Amaid Zia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E6126-25F8-4B03-BBC1-DF5D33FFE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CB3F-26C9-44D7-A7CB-40F86C5CE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397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ified_Title and Content w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2BE77-6C43-40AD-ABCF-E64E36A51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599" cy="1132235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62276-1662-4EB6-B7CB-4BCCA4334D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834" y="1628800"/>
            <a:ext cx="10515600" cy="4536504"/>
          </a:xfrm>
        </p:spPr>
        <p:txBody>
          <a:bodyPr>
            <a:normAutofit/>
          </a:bodyPr>
          <a:lstStyle>
            <a:lvl1pPr marL="569913" indent="-569913">
              <a:spcAft>
                <a:spcPts val="1200"/>
              </a:spcAft>
              <a:buFontTx/>
              <a:buBlip>
                <a:blip r:embed="rId2"/>
              </a:buBlip>
              <a:tabLst>
                <a:tab pos="914400" algn="l"/>
              </a:tabLst>
              <a:defRPr sz="3600"/>
            </a:lvl1pPr>
            <a:lvl2pPr marL="685800" indent="-228600">
              <a:spcAft>
                <a:spcPts val="1200"/>
              </a:spcAft>
              <a:buFontTx/>
              <a:buBlip>
                <a:blip r:embed="rId2"/>
              </a:buBlip>
              <a:tabLst>
                <a:tab pos="914400" algn="l"/>
              </a:tabLst>
              <a:defRPr sz="3200"/>
            </a:lvl2pPr>
            <a:lvl3pPr marL="1143000" indent="-228600">
              <a:spcAft>
                <a:spcPts val="1200"/>
              </a:spcAft>
              <a:buFontTx/>
              <a:buBlip>
                <a:blip r:embed="rId2"/>
              </a:buBlip>
              <a:tabLst>
                <a:tab pos="914400" algn="l"/>
              </a:tabLst>
              <a:defRPr sz="2800"/>
            </a:lvl3pPr>
            <a:lvl4pPr marL="1600200" indent="-228600">
              <a:spcAft>
                <a:spcPts val="1200"/>
              </a:spcAft>
              <a:buFontTx/>
              <a:buBlip>
                <a:blip r:embed="rId2"/>
              </a:buBlip>
              <a:tabLst>
                <a:tab pos="914400" algn="l"/>
              </a:tabLst>
              <a:defRPr sz="2400"/>
            </a:lvl4pPr>
            <a:lvl5pPr marL="2057400" indent="-228600">
              <a:spcAft>
                <a:spcPts val="1200"/>
              </a:spcAft>
              <a:buFontTx/>
              <a:buBlip>
                <a:blip r:embed="rId2"/>
              </a:buBlip>
              <a:tabLst>
                <a:tab pos="914400" algn="l"/>
              </a:tabLst>
              <a:defRPr sz="2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54B79-E7FE-48ED-B0DA-7D78B7035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by Amaid Zia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E6126-25F8-4B03-BBC1-DF5D33FFE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CB3F-26C9-44D7-A7CB-40F86C5CE4B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07913677-6F8F-421C-82F6-5E78A91C1CF1}"/>
              </a:ext>
            </a:extLst>
          </p:cNvPr>
          <p:cNvSpPr txBox="1">
            <a:spLocks/>
          </p:cNvSpPr>
          <p:nvPr userDrawn="1"/>
        </p:nvSpPr>
        <p:spPr>
          <a:xfrm>
            <a:off x="654164" y="636122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914354" rtl="0" eaLnBrk="1" latinLnBrk="0" hangingPunct="1">
              <a:defRPr sz="24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dirty="0">
                <a:solidFill>
                  <a:srgbClr val="E7B881"/>
                </a:solidFill>
                <a:latin typeface="Arial Black" panose="020B0A04020102020204" pitchFamily="34" charset="0"/>
              </a:rPr>
              <a:t>C</a:t>
            </a:r>
            <a:r>
              <a:rPr lang="en-US" sz="2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2010680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bullet__Title and Content w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2BE77-6C43-40AD-ABCF-E64E36A51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599" cy="1132235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62276-1662-4EB6-B7CB-4BCCA4334D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834" y="1628800"/>
            <a:ext cx="10515600" cy="4536504"/>
          </a:xfrm>
        </p:spPr>
        <p:txBody>
          <a:bodyPr>
            <a:normAutofit/>
          </a:bodyPr>
          <a:lstStyle>
            <a:lvl1pPr marL="569913" indent="-569913">
              <a:spcAft>
                <a:spcPts val="1200"/>
              </a:spcAft>
              <a:buFontTx/>
              <a:buBlip>
                <a:blip r:embed="rId2"/>
              </a:buBlip>
              <a:tabLst>
                <a:tab pos="914400" algn="l"/>
              </a:tabLst>
              <a:defRPr sz="3600"/>
            </a:lvl1pPr>
            <a:lvl2pPr marL="685800" indent="-228600">
              <a:spcAft>
                <a:spcPts val="1200"/>
              </a:spcAft>
              <a:buFontTx/>
              <a:buBlip>
                <a:blip r:embed="rId2"/>
              </a:buBlip>
              <a:tabLst>
                <a:tab pos="914400" algn="l"/>
              </a:tabLst>
              <a:defRPr sz="3200"/>
            </a:lvl2pPr>
            <a:lvl3pPr marL="1143000" indent="-228600">
              <a:spcAft>
                <a:spcPts val="1200"/>
              </a:spcAft>
              <a:buFontTx/>
              <a:buBlip>
                <a:blip r:embed="rId2"/>
              </a:buBlip>
              <a:tabLst>
                <a:tab pos="914400" algn="l"/>
              </a:tabLst>
              <a:defRPr sz="2800"/>
            </a:lvl3pPr>
            <a:lvl4pPr marL="1600200" indent="-228600">
              <a:spcAft>
                <a:spcPts val="1200"/>
              </a:spcAft>
              <a:buFontTx/>
              <a:buBlip>
                <a:blip r:embed="rId2"/>
              </a:buBlip>
              <a:tabLst>
                <a:tab pos="914400" algn="l"/>
              </a:tabLst>
              <a:defRPr sz="2400"/>
            </a:lvl4pPr>
            <a:lvl5pPr marL="2057400" indent="-228600">
              <a:spcAft>
                <a:spcPts val="1200"/>
              </a:spcAft>
              <a:buFontTx/>
              <a:buBlip>
                <a:blip r:embed="rId2"/>
              </a:buBlip>
              <a:tabLst>
                <a:tab pos="914400" algn="l"/>
              </a:tabLst>
              <a:defRPr sz="2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54B79-E7FE-48ED-B0DA-7D78B7035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by Amaid Zia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E6126-25F8-4B03-BBC1-DF5D33FFE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CB3F-26C9-44D7-A7CB-40F86C5CE4B1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A2E79F-FEA9-4209-BDE6-1026B8CE2E42}"/>
              </a:ext>
            </a:extLst>
          </p:cNvPr>
          <p:cNvSpPr txBox="1">
            <a:spLocks/>
          </p:cNvSpPr>
          <p:nvPr userDrawn="1"/>
        </p:nvSpPr>
        <p:spPr>
          <a:xfrm>
            <a:off x="654164" y="636122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914354" rtl="0" eaLnBrk="1" latinLnBrk="0" hangingPunct="1">
              <a:defRPr sz="24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dirty="0">
                <a:solidFill>
                  <a:srgbClr val="C00000"/>
                </a:solidFill>
                <a:latin typeface="Arial Black" panose="020B0A04020102020204" pitchFamily="34" charset="0"/>
              </a:rPr>
              <a:t>C</a:t>
            </a:r>
            <a:r>
              <a:rPr lang="en-US" sz="2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500643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bullet__Title and Content w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2BE77-6C43-40AD-ABCF-E64E36A51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599" cy="1132235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62276-1662-4EB6-B7CB-4BCCA4334D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834" y="1628800"/>
            <a:ext cx="10515600" cy="4536504"/>
          </a:xfrm>
        </p:spPr>
        <p:txBody>
          <a:bodyPr>
            <a:normAutofit/>
          </a:bodyPr>
          <a:lstStyle>
            <a:lvl1pPr marL="569913" indent="-569913">
              <a:spcAft>
                <a:spcPts val="1200"/>
              </a:spcAft>
              <a:buFontTx/>
              <a:buBlip>
                <a:blip r:embed="rId2"/>
              </a:buBlip>
              <a:tabLst>
                <a:tab pos="914400" algn="l"/>
              </a:tabLst>
              <a:defRPr sz="3600"/>
            </a:lvl1pPr>
            <a:lvl2pPr marL="685800" indent="-228600">
              <a:spcAft>
                <a:spcPts val="1200"/>
              </a:spcAft>
              <a:buFontTx/>
              <a:buBlip>
                <a:blip r:embed="rId2"/>
              </a:buBlip>
              <a:tabLst>
                <a:tab pos="914400" algn="l"/>
              </a:tabLst>
              <a:defRPr sz="3200"/>
            </a:lvl2pPr>
            <a:lvl3pPr marL="1143000" indent="-228600">
              <a:spcAft>
                <a:spcPts val="1200"/>
              </a:spcAft>
              <a:buFontTx/>
              <a:buBlip>
                <a:blip r:embed="rId2"/>
              </a:buBlip>
              <a:tabLst>
                <a:tab pos="914400" algn="l"/>
              </a:tabLst>
              <a:defRPr sz="2800"/>
            </a:lvl3pPr>
            <a:lvl4pPr marL="1600200" indent="-228600">
              <a:spcAft>
                <a:spcPts val="1200"/>
              </a:spcAft>
              <a:buFontTx/>
              <a:buBlip>
                <a:blip r:embed="rId2"/>
              </a:buBlip>
              <a:tabLst>
                <a:tab pos="914400" algn="l"/>
              </a:tabLst>
              <a:defRPr sz="2400"/>
            </a:lvl4pPr>
            <a:lvl5pPr marL="2057400" indent="-228600">
              <a:spcAft>
                <a:spcPts val="1200"/>
              </a:spcAft>
              <a:buFontTx/>
              <a:buBlip>
                <a:blip r:embed="rId2"/>
              </a:buBlip>
              <a:tabLst>
                <a:tab pos="914400" algn="l"/>
              </a:tabLst>
              <a:defRPr sz="2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54B79-E7FE-48ED-B0DA-7D78B7035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by Amaid Zia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E6126-25F8-4B03-BBC1-DF5D33FFE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CB3F-26C9-44D7-A7CB-40F86C5CE4B1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6B334B-F79D-427B-A550-2CF519782E70}"/>
              </a:ext>
            </a:extLst>
          </p:cNvPr>
          <p:cNvSpPr txBox="1">
            <a:spLocks/>
          </p:cNvSpPr>
          <p:nvPr userDrawn="1"/>
        </p:nvSpPr>
        <p:spPr>
          <a:xfrm>
            <a:off x="654164" y="636122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914354" rtl="0" eaLnBrk="1" latinLnBrk="0" hangingPunct="1">
              <a:defRPr sz="24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sz="2400" kern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rPr>
              <a:t>C</a:t>
            </a:r>
            <a:r>
              <a:rPr lang="en-US" sz="2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1267920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ue_bullet__Title and Content w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2BE77-6C43-40AD-ABCF-E64E36A51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599" cy="1132235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62276-1662-4EB6-B7CB-4BCCA4334D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834" y="1628800"/>
            <a:ext cx="10515600" cy="4536504"/>
          </a:xfrm>
        </p:spPr>
        <p:txBody>
          <a:bodyPr>
            <a:normAutofit/>
          </a:bodyPr>
          <a:lstStyle>
            <a:lvl1pPr marL="569913" indent="-569913">
              <a:spcAft>
                <a:spcPts val="1200"/>
              </a:spcAft>
              <a:buFontTx/>
              <a:buBlip>
                <a:blip r:embed="rId2"/>
              </a:buBlip>
              <a:tabLst>
                <a:tab pos="914400" algn="l"/>
              </a:tabLst>
              <a:defRPr sz="3600"/>
            </a:lvl1pPr>
            <a:lvl2pPr marL="685800" indent="-228600">
              <a:spcAft>
                <a:spcPts val="1200"/>
              </a:spcAft>
              <a:buFontTx/>
              <a:buBlip>
                <a:blip r:embed="rId2"/>
              </a:buBlip>
              <a:tabLst>
                <a:tab pos="914400" algn="l"/>
              </a:tabLst>
              <a:defRPr sz="3200"/>
            </a:lvl2pPr>
            <a:lvl3pPr marL="1143000" indent="-228600">
              <a:spcAft>
                <a:spcPts val="1200"/>
              </a:spcAft>
              <a:buFontTx/>
              <a:buBlip>
                <a:blip r:embed="rId2"/>
              </a:buBlip>
              <a:tabLst>
                <a:tab pos="914400" algn="l"/>
              </a:tabLst>
              <a:defRPr sz="2800"/>
            </a:lvl3pPr>
            <a:lvl4pPr marL="1600200" indent="-228600">
              <a:spcAft>
                <a:spcPts val="1200"/>
              </a:spcAft>
              <a:buFontTx/>
              <a:buBlip>
                <a:blip r:embed="rId2"/>
              </a:buBlip>
              <a:tabLst>
                <a:tab pos="914400" algn="l"/>
              </a:tabLst>
              <a:defRPr sz="2400"/>
            </a:lvl4pPr>
            <a:lvl5pPr marL="2057400" indent="-228600">
              <a:spcAft>
                <a:spcPts val="1200"/>
              </a:spcAft>
              <a:buFontTx/>
              <a:buBlip>
                <a:blip r:embed="rId2"/>
              </a:buBlip>
              <a:tabLst>
                <a:tab pos="914400" algn="l"/>
              </a:tabLst>
              <a:defRPr sz="2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54B79-E7FE-48ED-B0DA-7D78B7035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by Amaid Zia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E6126-25F8-4B03-BBC1-DF5D33FFE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CB3F-26C9-44D7-A7CB-40F86C5CE4B1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A56897-66CD-4875-B1A3-0FF4060496A1}"/>
              </a:ext>
            </a:extLst>
          </p:cNvPr>
          <p:cNvSpPr txBox="1">
            <a:spLocks/>
          </p:cNvSpPr>
          <p:nvPr userDrawn="1"/>
        </p:nvSpPr>
        <p:spPr>
          <a:xfrm>
            <a:off x="654164" y="636122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914354" rtl="0" eaLnBrk="1" latinLnBrk="0" hangingPunct="1">
              <a:defRPr sz="24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sz="2400" kern="1200" dirty="0">
                <a:solidFill>
                  <a:srgbClr val="00B050"/>
                </a:solidFill>
                <a:latin typeface="Arial Black" panose="020B0A04020102020204" pitchFamily="34" charset="0"/>
                <a:ea typeface="+mn-ea"/>
                <a:cs typeface="+mn-cs"/>
              </a:rPr>
              <a:t>C</a:t>
            </a:r>
            <a:r>
              <a:rPr lang="en-US" sz="2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19686889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w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2BE77-6C43-40AD-ABCF-E64E36A51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5270" y="136525"/>
            <a:ext cx="8428529" cy="1132235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62276-1662-4EB6-B7CB-4BCCA4334D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0848"/>
            <a:ext cx="10515600" cy="4116115"/>
          </a:xfrm>
        </p:spPr>
        <p:txBody>
          <a:bodyPr>
            <a:normAutofit/>
          </a:bodyPr>
          <a:lstStyle>
            <a:lvl1pPr marL="569913" indent="-569913">
              <a:spcAft>
                <a:spcPts val="1200"/>
              </a:spcAft>
              <a:buFontTx/>
              <a:buBlip>
                <a:blip r:embed="rId2"/>
              </a:buBlip>
              <a:tabLst>
                <a:tab pos="914400" algn="l"/>
              </a:tabLst>
              <a:defRPr sz="3600"/>
            </a:lvl1pPr>
            <a:lvl2pPr marL="685800" indent="-228600">
              <a:spcAft>
                <a:spcPts val="1200"/>
              </a:spcAft>
              <a:buFontTx/>
              <a:buBlip>
                <a:blip r:embed="rId2"/>
              </a:buBlip>
              <a:tabLst>
                <a:tab pos="914400" algn="l"/>
              </a:tabLst>
              <a:defRPr sz="3200"/>
            </a:lvl2pPr>
            <a:lvl3pPr marL="1143000" indent="-228600">
              <a:spcAft>
                <a:spcPts val="1200"/>
              </a:spcAft>
              <a:buFontTx/>
              <a:buBlip>
                <a:blip r:embed="rId2"/>
              </a:buBlip>
              <a:tabLst>
                <a:tab pos="914400" algn="l"/>
              </a:tabLst>
              <a:defRPr sz="2800"/>
            </a:lvl3pPr>
            <a:lvl4pPr marL="1600200" indent="-228600">
              <a:spcAft>
                <a:spcPts val="1200"/>
              </a:spcAft>
              <a:buFontTx/>
              <a:buBlip>
                <a:blip r:embed="rId2"/>
              </a:buBlip>
              <a:tabLst>
                <a:tab pos="914400" algn="l"/>
              </a:tabLst>
              <a:defRPr sz="2400"/>
            </a:lvl4pPr>
            <a:lvl5pPr marL="2057400" indent="-228600">
              <a:spcAft>
                <a:spcPts val="1200"/>
              </a:spcAft>
              <a:buFontTx/>
              <a:buBlip>
                <a:blip r:embed="rId2"/>
              </a:buBlip>
              <a:tabLst>
                <a:tab pos="914400" algn="l"/>
              </a:tabLst>
              <a:defRPr sz="2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54B79-E7FE-48ED-B0DA-7D78B7035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by Amaid Zia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E6126-25F8-4B03-BBC1-DF5D33FFE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CB3F-26C9-44D7-A7CB-40F86C5CE4B1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4C2378E-37F4-4D35-A4CE-098A70BB67C3}"/>
              </a:ext>
            </a:extLst>
          </p:cNvPr>
          <p:cNvSpPr/>
          <p:nvPr userDrawn="1"/>
        </p:nvSpPr>
        <p:spPr>
          <a:xfrm>
            <a:off x="861777" y="-2072"/>
            <a:ext cx="1197858" cy="1389174"/>
          </a:xfrm>
          <a:custGeom>
            <a:avLst/>
            <a:gdLst>
              <a:gd name="connsiteX0" fmla="*/ 272811 w 1197858"/>
              <a:gd name="connsiteY0" fmla="*/ 0 h 1389174"/>
              <a:gd name="connsiteX1" fmla="*/ 924678 w 1197858"/>
              <a:gd name="connsiteY1" fmla="*/ 0 h 1389174"/>
              <a:gd name="connsiteX2" fmla="*/ 974454 w 1197858"/>
              <a:gd name="connsiteY2" fmla="*/ 32247 h 1389174"/>
              <a:gd name="connsiteX3" fmla="*/ 1189160 w 1197858"/>
              <a:gd name="connsiteY3" fmla="*/ 421913 h 1389174"/>
              <a:gd name="connsiteX4" fmla="*/ 850459 w 1197858"/>
              <a:gd name="connsiteY4" fmla="*/ 1387791 h 1389174"/>
              <a:gd name="connsiteX5" fmla="*/ 2923 w 1197858"/>
              <a:gd name="connsiteY5" fmla="*/ 541295 h 1389174"/>
              <a:gd name="connsiteX6" fmla="*/ 216245 w 1197858"/>
              <a:gd name="connsiteY6" fmla="*/ 37481 h 1389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97858" h="1389174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wrap="square" lIns="38100" tIns="38100" rIns="38100" bIns="38100" anchor="ctr">
            <a:noAutofit/>
          </a:bodyPr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5" name="Figure">
            <a:extLst>
              <a:ext uri="{FF2B5EF4-FFF2-40B4-BE49-F238E27FC236}">
                <a16:creationId xmlns:a16="http://schemas.microsoft.com/office/drawing/2014/main" id="{F4657BEA-DC8F-4BE7-BF7C-680143DD0533}"/>
              </a:ext>
            </a:extLst>
          </p:cNvPr>
          <p:cNvSpPr/>
          <p:nvPr userDrawn="1"/>
        </p:nvSpPr>
        <p:spPr>
          <a:xfrm>
            <a:off x="627460" y="140534"/>
            <a:ext cx="1772074" cy="1204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589" h="18693" extrusionOk="0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6" name="Figure">
            <a:extLst>
              <a:ext uri="{FF2B5EF4-FFF2-40B4-BE49-F238E27FC236}">
                <a16:creationId xmlns:a16="http://schemas.microsoft.com/office/drawing/2014/main" id="{8D24ED71-D1A6-4B3D-92ED-855ED2F859DB}"/>
              </a:ext>
            </a:extLst>
          </p:cNvPr>
          <p:cNvSpPr/>
          <p:nvPr userDrawn="1"/>
        </p:nvSpPr>
        <p:spPr>
          <a:xfrm>
            <a:off x="487968" y="51259"/>
            <a:ext cx="1745881" cy="12004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9116" extrusionOk="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8" name="Figure">
            <a:extLst>
              <a:ext uri="{FF2B5EF4-FFF2-40B4-BE49-F238E27FC236}">
                <a16:creationId xmlns:a16="http://schemas.microsoft.com/office/drawing/2014/main" id="{4E29128A-65FF-46D9-9AC5-CD5F360D05FD}"/>
              </a:ext>
            </a:extLst>
          </p:cNvPr>
          <p:cNvSpPr/>
          <p:nvPr userDrawn="1"/>
        </p:nvSpPr>
        <p:spPr>
          <a:xfrm>
            <a:off x="889707" y="1402361"/>
            <a:ext cx="218435" cy="2225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088" h="18770" extrusionOk="0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9" name="Figure">
            <a:extLst>
              <a:ext uri="{FF2B5EF4-FFF2-40B4-BE49-F238E27FC236}">
                <a16:creationId xmlns:a16="http://schemas.microsoft.com/office/drawing/2014/main" id="{B3BA8C1E-A710-4F84-9924-34F2C3A20531}"/>
              </a:ext>
            </a:extLst>
          </p:cNvPr>
          <p:cNvSpPr/>
          <p:nvPr userDrawn="1"/>
        </p:nvSpPr>
        <p:spPr>
          <a:xfrm>
            <a:off x="2281390" y="140534"/>
            <a:ext cx="150794" cy="1436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202" h="18783" extrusionOk="0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A941A22-1624-42ED-B289-69DC7E776C8D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878553" y="141289"/>
            <a:ext cx="1163046" cy="11274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buNone/>
              <a:defRPr lang="en-US" sz="5400" b="1">
                <a:ea typeface="+mj-ea"/>
                <a:cs typeface="+mj-cs"/>
              </a:defRPr>
            </a:lvl1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#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2B461D0-093A-409A-AFCD-23A82E7621FA}"/>
              </a:ext>
            </a:extLst>
          </p:cNvPr>
          <p:cNvSpPr txBox="1">
            <a:spLocks/>
          </p:cNvSpPr>
          <p:nvPr userDrawn="1"/>
        </p:nvSpPr>
        <p:spPr>
          <a:xfrm>
            <a:off x="654164" y="636122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914354" rtl="0" eaLnBrk="1" latinLnBrk="0" hangingPunct="1">
              <a:defRPr sz="24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dirty="0">
                <a:solidFill>
                  <a:srgbClr val="E7B881"/>
                </a:solidFill>
                <a:latin typeface="Arial Black" panose="020B0A04020102020204" pitchFamily="34" charset="0"/>
              </a:rPr>
              <a:t>C</a:t>
            </a:r>
            <a:r>
              <a:rPr lang="en-US" sz="2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27581192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 Number (Dark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2BE77-6C43-40AD-ABCF-E64E36A51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5270" y="136525"/>
            <a:ext cx="8428529" cy="1132235"/>
          </a:xfrm>
        </p:spPr>
        <p:txBody>
          <a:bodyPr>
            <a:normAutofit/>
          </a:bodyPr>
          <a:lstStyle>
            <a:lvl1pPr>
              <a:defRPr sz="4400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62276-1662-4EB6-B7CB-4BCCA4334D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0848"/>
            <a:ext cx="10515600" cy="4116115"/>
          </a:xfrm>
        </p:spPr>
        <p:txBody>
          <a:bodyPr>
            <a:normAutofit/>
          </a:bodyPr>
          <a:lstStyle>
            <a:lvl1pPr marL="569913" indent="-569913">
              <a:spcAft>
                <a:spcPts val="1200"/>
              </a:spcAft>
              <a:buFontTx/>
              <a:buBlip>
                <a:blip r:embed="rId2"/>
              </a:buBlip>
              <a:tabLst>
                <a:tab pos="914400" algn="l"/>
              </a:tabLst>
              <a:defRPr sz="3600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  <a:lvl2pPr marL="685800" indent="-228600">
              <a:spcAft>
                <a:spcPts val="1200"/>
              </a:spcAft>
              <a:buFontTx/>
              <a:buBlip>
                <a:blip r:embed="rId2"/>
              </a:buBlip>
              <a:tabLst>
                <a:tab pos="914400" algn="l"/>
              </a:tabLst>
              <a:defRPr sz="3200">
                <a:solidFill>
                  <a:schemeClr val="accent5">
                    <a:lumMod val="20000"/>
                    <a:lumOff val="80000"/>
                  </a:schemeClr>
                </a:solidFill>
              </a:defRPr>
            </a:lvl2pPr>
            <a:lvl3pPr marL="1143000" indent="-228600">
              <a:spcAft>
                <a:spcPts val="1200"/>
              </a:spcAft>
              <a:buFontTx/>
              <a:buBlip>
                <a:blip r:embed="rId2"/>
              </a:buBlip>
              <a:tabLst>
                <a:tab pos="914400" algn="l"/>
              </a:tabLst>
              <a:defRPr sz="2800">
                <a:solidFill>
                  <a:schemeClr val="accent5">
                    <a:lumMod val="20000"/>
                    <a:lumOff val="80000"/>
                  </a:schemeClr>
                </a:solidFill>
              </a:defRPr>
            </a:lvl3pPr>
            <a:lvl4pPr marL="1600200" indent="-228600">
              <a:spcAft>
                <a:spcPts val="1200"/>
              </a:spcAft>
              <a:buFontTx/>
              <a:buBlip>
                <a:blip r:embed="rId2"/>
              </a:buBlip>
              <a:tabLst>
                <a:tab pos="914400" algn="l"/>
              </a:tabLst>
              <a:defRPr sz="2400">
                <a:solidFill>
                  <a:schemeClr val="accent5">
                    <a:lumMod val="20000"/>
                    <a:lumOff val="80000"/>
                  </a:schemeClr>
                </a:solidFill>
              </a:defRPr>
            </a:lvl4pPr>
            <a:lvl5pPr marL="2057400" indent="-228600">
              <a:spcAft>
                <a:spcPts val="1200"/>
              </a:spcAft>
              <a:buFontTx/>
              <a:buBlip>
                <a:blip r:embed="rId2"/>
              </a:buBlip>
              <a:tabLst>
                <a:tab pos="914400" algn="l"/>
              </a:tabLst>
              <a:defRPr sz="2400">
                <a:solidFill>
                  <a:schemeClr val="accent5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54B79-E7FE-48ED-B0DA-7D78B7035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E7B881"/>
                </a:solidFill>
              </a:defRPr>
            </a:lvl1pPr>
          </a:lstStyle>
          <a:p>
            <a:r>
              <a:rPr lang="en-US"/>
              <a:t>Lecture by Amaid Zia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E6126-25F8-4B03-BBC1-DF5D33FFE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CB3F-26C9-44D7-A7CB-40F86C5CE4B1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9A5997A6-0989-4ABE-9EE2-FAC905B671FA}"/>
              </a:ext>
            </a:extLst>
          </p:cNvPr>
          <p:cNvSpPr/>
          <p:nvPr userDrawn="1"/>
        </p:nvSpPr>
        <p:spPr>
          <a:xfrm>
            <a:off x="861777" y="-2072"/>
            <a:ext cx="1197858" cy="1389174"/>
          </a:xfrm>
          <a:custGeom>
            <a:avLst/>
            <a:gdLst>
              <a:gd name="connsiteX0" fmla="*/ 272811 w 1197858"/>
              <a:gd name="connsiteY0" fmla="*/ 0 h 1389174"/>
              <a:gd name="connsiteX1" fmla="*/ 924678 w 1197858"/>
              <a:gd name="connsiteY1" fmla="*/ 0 h 1389174"/>
              <a:gd name="connsiteX2" fmla="*/ 974454 w 1197858"/>
              <a:gd name="connsiteY2" fmla="*/ 32247 h 1389174"/>
              <a:gd name="connsiteX3" fmla="*/ 1189160 w 1197858"/>
              <a:gd name="connsiteY3" fmla="*/ 421913 h 1389174"/>
              <a:gd name="connsiteX4" fmla="*/ 850459 w 1197858"/>
              <a:gd name="connsiteY4" fmla="*/ 1387791 h 1389174"/>
              <a:gd name="connsiteX5" fmla="*/ 2923 w 1197858"/>
              <a:gd name="connsiteY5" fmla="*/ 541295 h 1389174"/>
              <a:gd name="connsiteX6" fmla="*/ 216245 w 1197858"/>
              <a:gd name="connsiteY6" fmla="*/ 37481 h 1389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97858" h="1389174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wrap="square" lIns="38100" tIns="38100" rIns="38100" bIns="38100" anchor="ctr">
            <a:noAutofit/>
          </a:bodyPr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5" name="Figure">
            <a:extLst>
              <a:ext uri="{FF2B5EF4-FFF2-40B4-BE49-F238E27FC236}">
                <a16:creationId xmlns:a16="http://schemas.microsoft.com/office/drawing/2014/main" id="{F4657BEA-DC8F-4BE7-BF7C-680143DD0533}"/>
              </a:ext>
            </a:extLst>
          </p:cNvPr>
          <p:cNvSpPr/>
          <p:nvPr userDrawn="1"/>
        </p:nvSpPr>
        <p:spPr>
          <a:xfrm>
            <a:off x="627460" y="140534"/>
            <a:ext cx="1772074" cy="1204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589" h="18693" extrusionOk="0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6" name="Figure">
            <a:extLst>
              <a:ext uri="{FF2B5EF4-FFF2-40B4-BE49-F238E27FC236}">
                <a16:creationId xmlns:a16="http://schemas.microsoft.com/office/drawing/2014/main" id="{8D24ED71-D1A6-4B3D-92ED-855ED2F859DB}"/>
              </a:ext>
            </a:extLst>
          </p:cNvPr>
          <p:cNvSpPr/>
          <p:nvPr userDrawn="1"/>
        </p:nvSpPr>
        <p:spPr>
          <a:xfrm>
            <a:off x="487968" y="51259"/>
            <a:ext cx="1745881" cy="12004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9116" extrusionOk="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8" name="Figure">
            <a:extLst>
              <a:ext uri="{FF2B5EF4-FFF2-40B4-BE49-F238E27FC236}">
                <a16:creationId xmlns:a16="http://schemas.microsoft.com/office/drawing/2014/main" id="{4E29128A-65FF-46D9-9AC5-CD5F360D05FD}"/>
              </a:ext>
            </a:extLst>
          </p:cNvPr>
          <p:cNvSpPr/>
          <p:nvPr userDrawn="1"/>
        </p:nvSpPr>
        <p:spPr>
          <a:xfrm>
            <a:off x="889707" y="1402361"/>
            <a:ext cx="218435" cy="2225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088" h="18770" extrusionOk="0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9" name="Figure">
            <a:extLst>
              <a:ext uri="{FF2B5EF4-FFF2-40B4-BE49-F238E27FC236}">
                <a16:creationId xmlns:a16="http://schemas.microsoft.com/office/drawing/2014/main" id="{B3BA8C1E-A710-4F84-9924-34F2C3A20531}"/>
              </a:ext>
            </a:extLst>
          </p:cNvPr>
          <p:cNvSpPr/>
          <p:nvPr userDrawn="1"/>
        </p:nvSpPr>
        <p:spPr>
          <a:xfrm>
            <a:off x="2281390" y="140534"/>
            <a:ext cx="150794" cy="1436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202" h="18783" extrusionOk="0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A941A22-1624-42ED-B289-69DC7E776C8D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878553" y="141289"/>
            <a:ext cx="1163046" cy="11274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buNone/>
              <a:defRPr lang="en-US" sz="5400" b="1">
                <a:ea typeface="+mj-ea"/>
                <a:cs typeface="+mj-cs"/>
              </a:defRPr>
            </a:lvl1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#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C489F8-3CF4-48B5-8581-752DCBD80FF2}"/>
              </a:ext>
            </a:extLst>
          </p:cNvPr>
          <p:cNvSpPr txBox="1">
            <a:spLocks/>
          </p:cNvSpPr>
          <p:nvPr userDrawn="1"/>
        </p:nvSpPr>
        <p:spPr>
          <a:xfrm>
            <a:off x="654164" y="636122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914354" rtl="0" eaLnBrk="1" latinLnBrk="0" hangingPunct="1">
              <a:defRPr sz="24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dirty="0">
                <a:solidFill>
                  <a:srgbClr val="E7B881"/>
                </a:solidFill>
                <a:latin typeface="Arial Black" panose="020B0A04020102020204" pitchFamily="34" charset="0"/>
              </a:rPr>
              <a:t>C</a:t>
            </a:r>
            <a:r>
              <a:rPr lang="en-US" sz="2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11972362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A99D1-0EB2-4F85-B3D4-6C023514A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5DBC6-1891-4D4E-9B5A-BDCEB78A67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23A92-51DF-4C54-8C80-1CB70C893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by Amaid Zia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992B16-E765-430F-BC89-DE8C32948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CB3F-26C9-44D7-A7CB-40F86C5CE4B1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6E6B168-566B-473C-AA14-D312485321F1}"/>
              </a:ext>
            </a:extLst>
          </p:cNvPr>
          <p:cNvSpPr/>
          <p:nvPr userDrawn="1"/>
        </p:nvSpPr>
        <p:spPr>
          <a:xfrm>
            <a:off x="8329881" y="1"/>
            <a:ext cx="3862120" cy="4184987"/>
          </a:xfrm>
          <a:custGeom>
            <a:avLst/>
            <a:gdLst>
              <a:gd name="connsiteX0" fmla="*/ 72632 w 3862120"/>
              <a:gd name="connsiteY0" fmla="*/ 0 h 4184987"/>
              <a:gd name="connsiteX1" fmla="*/ 3862120 w 3862120"/>
              <a:gd name="connsiteY1" fmla="*/ 0 h 4184987"/>
              <a:gd name="connsiteX2" fmla="*/ 3862120 w 3862120"/>
              <a:gd name="connsiteY2" fmla="*/ 4018645 h 4184987"/>
              <a:gd name="connsiteX3" fmla="*/ 3849798 w 3862120"/>
              <a:gd name="connsiteY3" fmla="*/ 4027418 h 4184987"/>
              <a:gd name="connsiteX4" fmla="*/ 3409263 w 3862120"/>
              <a:gd name="connsiteY4" fmla="*/ 4179440 h 4184987"/>
              <a:gd name="connsiteX5" fmla="*/ 11722 w 3862120"/>
              <a:gd name="connsiteY5" fmla="*/ 786066 h 4184987"/>
              <a:gd name="connsiteX6" fmla="*/ 49002 w 3862120"/>
              <a:gd name="connsiteY6" fmla="*/ 88876 h 4184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2120" h="4184987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wrap="square" lIns="38100" tIns="38100" rIns="38100" bIns="38100" anchor="ctr">
            <a:noAutofit/>
          </a:bodyPr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2E96AA19-84B7-430D-8805-1FC9E3124763}"/>
              </a:ext>
            </a:extLst>
          </p:cNvPr>
          <p:cNvSpPr/>
          <p:nvPr userDrawn="1"/>
        </p:nvSpPr>
        <p:spPr>
          <a:xfrm>
            <a:off x="7390509" y="0"/>
            <a:ext cx="4801492" cy="4017462"/>
          </a:xfrm>
          <a:custGeom>
            <a:avLst/>
            <a:gdLst>
              <a:gd name="connsiteX0" fmla="*/ 2063453 w 4801492"/>
              <a:gd name="connsiteY0" fmla="*/ 0 h 4017462"/>
              <a:gd name="connsiteX1" fmla="*/ 4801492 w 4801492"/>
              <a:gd name="connsiteY1" fmla="*/ 0 h 4017462"/>
              <a:gd name="connsiteX2" fmla="*/ 4801492 w 4801492"/>
              <a:gd name="connsiteY2" fmla="*/ 3620618 h 4017462"/>
              <a:gd name="connsiteX3" fmla="*/ 4540736 w 4801492"/>
              <a:gd name="connsiteY3" fmla="*/ 3716067 h 4017462"/>
              <a:gd name="connsiteX4" fmla="*/ 3663094 w 4801492"/>
              <a:gd name="connsiteY4" fmla="*/ 3936581 h 4017462"/>
              <a:gd name="connsiteX5" fmla="*/ 88907 w 4801492"/>
              <a:gd name="connsiteY5" fmla="*/ 3068732 h 4017462"/>
              <a:gd name="connsiteX6" fmla="*/ 1919217 w 4801492"/>
              <a:gd name="connsiteY6" fmla="*/ 89093 h 4017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01492" h="401746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 w="12700">
            <a:miter lim="400000"/>
          </a:ln>
        </p:spPr>
        <p:txBody>
          <a:bodyPr wrap="square" lIns="38100" tIns="38100" rIns="38100" bIns="38100" anchor="ctr">
            <a:noAutofit/>
          </a:bodyPr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5505493-CC1B-41AE-918B-437E8B2856BA}"/>
              </a:ext>
            </a:extLst>
          </p:cNvPr>
          <p:cNvSpPr/>
          <p:nvPr userDrawn="1"/>
        </p:nvSpPr>
        <p:spPr>
          <a:xfrm>
            <a:off x="6831384" y="0"/>
            <a:ext cx="5360617" cy="3642236"/>
          </a:xfrm>
          <a:custGeom>
            <a:avLst/>
            <a:gdLst>
              <a:gd name="connsiteX0" fmla="*/ 320472 w 5360617"/>
              <a:gd name="connsiteY0" fmla="*/ 0 h 3642236"/>
              <a:gd name="connsiteX1" fmla="*/ 5360617 w 5360617"/>
              <a:gd name="connsiteY1" fmla="*/ 0 h 3642236"/>
              <a:gd name="connsiteX2" fmla="*/ 5360617 w 5360617"/>
              <a:gd name="connsiteY2" fmla="*/ 3227025 h 3642236"/>
              <a:gd name="connsiteX3" fmla="*/ 5351732 w 5360617"/>
              <a:gd name="connsiteY3" fmla="*/ 3232995 h 3642236"/>
              <a:gd name="connsiteX4" fmla="*/ 4028504 w 5360617"/>
              <a:gd name="connsiteY4" fmla="*/ 3642236 h 3642236"/>
              <a:gd name="connsiteX5" fmla="*/ 0 w 5360617"/>
              <a:gd name="connsiteY5" fmla="*/ 624863 h 3642236"/>
              <a:gd name="connsiteX6" fmla="*/ 286013 w 5360617"/>
              <a:gd name="connsiteY6" fmla="*/ 23255 h 3642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60617" h="3642236">
                <a:moveTo>
                  <a:pt x="320472" y="0"/>
                </a:moveTo>
                <a:lnTo>
                  <a:pt x="5360617" y="0"/>
                </a:lnTo>
                <a:lnTo>
                  <a:pt x="5360617" y="3227025"/>
                </a:lnTo>
                <a:lnTo>
                  <a:pt x="5351732" y="3232995"/>
                </a:lnTo>
                <a:cubicBezTo>
                  <a:pt x="4933670" y="3488463"/>
                  <a:pt x="4475851" y="3642236"/>
                  <a:pt x="4028504" y="3642236"/>
                </a:cubicBezTo>
                <a:cubicBezTo>
                  <a:pt x="2596996" y="3642236"/>
                  <a:pt x="0" y="2067594"/>
                  <a:pt x="0" y="624863"/>
                </a:cubicBezTo>
                <a:cubicBezTo>
                  <a:pt x="0" y="354352"/>
                  <a:pt x="105767" y="161846"/>
                  <a:pt x="286013" y="23255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 w="12700">
            <a:miter lim="400000"/>
          </a:ln>
        </p:spPr>
        <p:txBody>
          <a:bodyPr wrap="square" lIns="38100" tIns="38100" rIns="38100" bIns="38100" anchor="ctr">
            <a:noAutofit/>
          </a:bodyPr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6181426F-5F00-40E9-AA9A-0496C69403A1}"/>
              </a:ext>
            </a:extLst>
          </p:cNvPr>
          <p:cNvSpPr/>
          <p:nvPr userDrawn="1"/>
        </p:nvSpPr>
        <p:spPr>
          <a:xfrm>
            <a:off x="11397987" y="3867634"/>
            <a:ext cx="794014" cy="1182847"/>
          </a:xfrm>
          <a:custGeom>
            <a:avLst/>
            <a:gdLst>
              <a:gd name="connsiteX0" fmla="*/ 794014 w 794014"/>
              <a:gd name="connsiteY0" fmla="*/ 0 h 1182847"/>
              <a:gd name="connsiteX1" fmla="*/ 794014 w 794014"/>
              <a:gd name="connsiteY1" fmla="*/ 1127001 h 1182847"/>
              <a:gd name="connsiteX2" fmla="*/ 772413 w 794014"/>
              <a:gd name="connsiteY2" fmla="*/ 1134386 h 1182847"/>
              <a:gd name="connsiteX3" fmla="*/ 89247 w 794014"/>
              <a:gd name="connsiteY3" fmla="*/ 1098613 h 1182847"/>
              <a:gd name="connsiteX4" fmla="*/ 265906 w 794014"/>
              <a:gd name="connsiteY4" fmla="*/ 295654 h 1182847"/>
              <a:gd name="connsiteX5" fmla="*/ 696781 w 794014"/>
              <a:gd name="connsiteY5" fmla="*/ 18560 h 1182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4014" h="1182847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 w="12700">
            <a:miter lim="400000"/>
          </a:ln>
        </p:spPr>
        <p:txBody>
          <a:bodyPr wrap="square" lIns="38100" tIns="38100" rIns="38100" bIns="38100" anchor="ctr">
            <a:noAutofit/>
          </a:bodyPr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1" name="Figure">
            <a:extLst>
              <a:ext uri="{FF2B5EF4-FFF2-40B4-BE49-F238E27FC236}">
                <a16:creationId xmlns:a16="http://schemas.microsoft.com/office/drawing/2014/main" id="{02F9D22C-FFCD-4847-91CD-37F4DCBD6075}"/>
              </a:ext>
            </a:extLst>
          </p:cNvPr>
          <p:cNvSpPr/>
          <p:nvPr userDrawn="1"/>
        </p:nvSpPr>
        <p:spPr>
          <a:xfrm>
            <a:off x="6384032" y="1648242"/>
            <a:ext cx="875650" cy="8921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088" h="18770" extrusionOk="0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2" name="Figure">
            <a:extLst>
              <a:ext uri="{FF2B5EF4-FFF2-40B4-BE49-F238E27FC236}">
                <a16:creationId xmlns:a16="http://schemas.microsoft.com/office/drawing/2014/main" id="{7CFEC0CE-FB43-4333-9853-7B5924F208AC}"/>
              </a:ext>
            </a:extLst>
          </p:cNvPr>
          <p:cNvSpPr/>
          <p:nvPr userDrawn="1"/>
        </p:nvSpPr>
        <p:spPr>
          <a:xfrm>
            <a:off x="10139329" y="4982756"/>
            <a:ext cx="604493" cy="5757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202" h="18783" extrusionOk="0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311C162-D330-4340-8E08-5AE278FF8F08}"/>
              </a:ext>
            </a:extLst>
          </p:cNvPr>
          <p:cNvSpPr txBox="1">
            <a:spLocks/>
          </p:cNvSpPr>
          <p:nvPr userDrawn="1"/>
        </p:nvSpPr>
        <p:spPr>
          <a:xfrm>
            <a:off x="654164" y="636122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914354" rtl="0" eaLnBrk="1" latinLnBrk="0" hangingPunct="1">
              <a:defRPr sz="24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dirty="0">
                <a:solidFill>
                  <a:srgbClr val="E7B881"/>
                </a:solidFill>
                <a:latin typeface="Arial Black" panose="020B0A04020102020204" pitchFamily="34" charset="0"/>
              </a:rPr>
              <a:t>C</a:t>
            </a:r>
            <a:r>
              <a:rPr lang="en-US" sz="2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20025898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A99D1-0EB2-4F85-B3D4-6C023514A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5DBC6-1891-4D4E-9B5A-BDCEB78A67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23A92-51DF-4C54-8C80-1CB70C893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by Amaid Zia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992B16-E765-430F-BC89-DE8C32948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CB3F-26C9-44D7-A7CB-40F86C5CE4B1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6E6B168-566B-473C-AA14-D312485321F1}"/>
              </a:ext>
            </a:extLst>
          </p:cNvPr>
          <p:cNvSpPr/>
          <p:nvPr userDrawn="1"/>
        </p:nvSpPr>
        <p:spPr>
          <a:xfrm>
            <a:off x="8329881" y="1"/>
            <a:ext cx="3862120" cy="4184987"/>
          </a:xfrm>
          <a:custGeom>
            <a:avLst/>
            <a:gdLst>
              <a:gd name="connsiteX0" fmla="*/ 72632 w 3862120"/>
              <a:gd name="connsiteY0" fmla="*/ 0 h 4184987"/>
              <a:gd name="connsiteX1" fmla="*/ 3862120 w 3862120"/>
              <a:gd name="connsiteY1" fmla="*/ 0 h 4184987"/>
              <a:gd name="connsiteX2" fmla="*/ 3862120 w 3862120"/>
              <a:gd name="connsiteY2" fmla="*/ 4018645 h 4184987"/>
              <a:gd name="connsiteX3" fmla="*/ 3849798 w 3862120"/>
              <a:gd name="connsiteY3" fmla="*/ 4027418 h 4184987"/>
              <a:gd name="connsiteX4" fmla="*/ 3409263 w 3862120"/>
              <a:gd name="connsiteY4" fmla="*/ 4179440 h 4184987"/>
              <a:gd name="connsiteX5" fmla="*/ 11722 w 3862120"/>
              <a:gd name="connsiteY5" fmla="*/ 786066 h 4184987"/>
              <a:gd name="connsiteX6" fmla="*/ 49002 w 3862120"/>
              <a:gd name="connsiteY6" fmla="*/ 88876 h 4184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2120" h="4184987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rgbClr val="FACB91"/>
          </a:solidFill>
          <a:ln w="12700">
            <a:miter lim="400000"/>
          </a:ln>
        </p:spPr>
        <p:txBody>
          <a:bodyPr wrap="square" lIns="38100" tIns="38100" rIns="38100" bIns="38100" anchor="ctr">
            <a:noAutofit/>
          </a:bodyPr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2E96AA19-84B7-430D-8805-1FC9E3124763}"/>
              </a:ext>
            </a:extLst>
          </p:cNvPr>
          <p:cNvSpPr/>
          <p:nvPr userDrawn="1"/>
        </p:nvSpPr>
        <p:spPr>
          <a:xfrm>
            <a:off x="7390509" y="0"/>
            <a:ext cx="4801492" cy="4017462"/>
          </a:xfrm>
          <a:custGeom>
            <a:avLst/>
            <a:gdLst>
              <a:gd name="connsiteX0" fmla="*/ 2063453 w 4801492"/>
              <a:gd name="connsiteY0" fmla="*/ 0 h 4017462"/>
              <a:gd name="connsiteX1" fmla="*/ 4801492 w 4801492"/>
              <a:gd name="connsiteY1" fmla="*/ 0 h 4017462"/>
              <a:gd name="connsiteX2" fmla="*/ 4801492 w 4801492"/>
              <a:gd name="connsiteY2" fmla="*/ 3620618 h 4017462"/>
              <a:gd name="connsiteX3" fmla="*/ 4540736 w 4801492"/>
              <a:gd name="connsiteY3" fmla="*/ 3716067 h 4017462"/>
              <a:gd name="connsiteX4" fmla="*/ 3663094 w 4801492"/>
              <a:gd name="connsiteY4" fmla="*/ 3936581 h 4017462"/>
              <a:gd name="connsiteX5" fmla="*/ 88907 w 4801492"/>
              <a:gd name="connsiteY5" fmla="*/ 3068732 h 4017462"/>
              <a:gd name="connsiteX6" fmla="*/ 1919217 w 4801492"/>
              <a:gd name="connsiteY6" fmla="*/ 89093 h 4017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01492" h="401746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 w="12700">
            <a:miter lim="400000"/>
          </a:ln>
        </p:spPr>
        <p:txBody>
          <a:bodyPr wrap="square" lIns="38100" tIns="38100" rIns="38100" bIns="38100" anchor="ctr">
            <a:noAutofit/>
          </a:bodyPr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5505493-CC1B-41AE-918B-437E8B2856BA}"/>
              </a:ext>
            </a:extLst>
          </p:cNvPr>
          <p:cNvSpPr/>
          <p:nvPr userDrawn="1"/>
        </p:nvSpPr>
        <p:spPr>
          <a:xfrm>
            <a:off x="6831384" y="0"/>
            <a:ext cx="5360617" cy="3642236"/>
          </a:xfrm>
          <a:custGeom>
            <a:avLst/>
            <a:gdLst>
              <a:gd name="connsiteX0" fmla="*/ 320472 w 5360617"/>
              <a:gd name="connsiteY0" fmla="*/ 0 h 3642236"/>
              <a:gd name="connsiteX1" fmla="*/ 5360617 w 5360617"/>
              <a:gd name="connsiteY1" fmla="*/ 0 h 3642236"/>
              <a:gd name="connsiteX2" fmla="*/ 5360617 w 5360617"/>
              <a:gd name="connsiteY2" fmla="*/ 3227025 h 3642236"/>
              <a:gd name="connsiteX3" fmla="*/ 5351732 w 5360617"/>
              <a:gd name="connsiteY3" fmla="*/ 3232995 h 3642236"/>
              <a:gd name="connsiteX4" fmla="*/ 4028504 w 5360617"/>
              <a:gd name="connsiteY4" fmla="*/ 3642236 h 3642236"/>
              <a:gd name="connsiteX5" fmla="*/ 0 w 5360617"/>
              <a:gd name="connsiteY5" fmla="*/ 624863 h 3642236"/>
              <a:gd name="connsiteX6" fmla="*/ 286013 w 5360617"/>
              <a:gd name="connsiteY6" fmla="*/ 23255 h 3642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60617" h="3642236">
                <a:moveTo>
                  <a:pt x="320472" y="0"/>
                </a:moveTo>
                <a:lnTo>
                  <a:pt x="5360617" y="0"/>
                </a:lnTo>
                <a:lnTo>
                  <a:pt x="5360617" y="3227025"/>
                </a:lnTo>
                <a:lnTo>
                  <a:pt x="5351732" y="3232995"/>
                </a:lnTo>
                <a:cubicBezTo>
                  <a:pt x="4933670" y="3488463"/>
                  <a:pt x="4475851" y="3642236"/>
                  <a:pt x="4028504" y="3642236"/>
                </a:cubicBezTo>
                <a:cubicBezTo>
                  <a:pt x="2596996" y="3642236"/>
                  <a:pt x="0" y="2067594"/>
                  <a:pt x="0" y="624863"/>
                </a:cubicBezTo>
                <a:cubicBezTo>
                  <a:pt x="0" y="354352"/>
                  <a:pt x="105767" y="161846"/>
                  <a:pt x="286013" y="23255"/>
                </a:cubicBezTo>
                <a:close/>
              </a:path>
            </a:pathLst>
          </a:custGeom>
          <a:solidFill>
            <a:srgbClr val="C00000">
              <a:alpha val="80000"/>
            </a:srgbClr>
          </a:solidFill>
          <a:ln w="12700">
            <a:miter lim="400000"/>
          </a:ln>
        </p:spPr>
        <p:txBody>
          <a:bodyPr wrap="square" lIns="38100" tIns="38100" rIns="38100" bIns="38100" anchor="ctr">
            <a:noAutofit/>
          </a:bodyPr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6181426F-5F00-40E9-AA9A-0496C69403A1}"/>
              </a:ext>
            </a:extLst>
          </p:cNvPr>
          <p:cNvSpPr/>
          <p:nvPr userDrawn="1"/>
        </p:nvSpPr>
        <p:spPr>
          <a:xfrm>
            <a:off x="11397987" y="3867634"/>
            <a:ext cx="794014" cy="1182847"/>
          </a:xfrm>
          <a:custGeom>
            <a:avLst/>
            <a:gdLst>
              <a:gd name="connsiteX0" fmla="*/ 794014 w 794014"/>
              <a:gd name="connsiteY0" fmla="*/ 0 h 1182847"/>
              <a:gd name="connsiteX1" fmla="*/ 794014 w 794014"/>
              <a:gd name="connsiteY1" fmla="*/ 1127001 h 1182847"/>
              <a:gd name="connsiteX2" fmla="*/ 772413 w 794014"/>
              <a:gd name="connsiteY2" fmla="*/ 1134386 h 1182847"/>
              <a:gd name="connsiteX3" fmla="*/ 89247 w 794014"/>
              <a:gd name="connsiteY3" fmla="*/ 1098613 h 1182847"/>
              <a:gd name="connsiteX4" fmla="*/ 265906 w 794014"/>
              <a:gd name="connsiteY4" fmla="*/ 295654 h 1182847"/>
              <a:gd name="connsiteX5" fmla="*/ 696781 w 794014"/>
              <a:gd name="connsiteY5" fmla="*/ 18560 h 1182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4014" h="1182847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 w="12700">
            <a:miter lim="400000"/>
          </a:ln>
        </p:spPr>
        <p:txBody>
          <a:bodyPr wrap="square" lIns="38100" tIns="38100" rIns="38100" bIns="38100" anchor="ctr">
            <a:noAutofit/>
          </a:bodyPr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1" name="Figure">
            <a:extLst>
              <a:ext uri="{FF2B5EF4-FFF2-40B4-BE49-F238E27FC236}">
                <a16:creationId xmlns:a16="http://schemas.microsoft.com/office/drawing/2014/main" id="{02F9D22C-FFCD-4847-91CD-37F4DCBD6075}"/>
              </a:ext>
            </a:extLst>
          </p:cNvPr>
          <p:cNvSpPr/>
          <p:nvPr userDrawn="1"/>
        </p:nvSpPr>
        <p:spPr>
          <a:xfrm>
            <a:off x="6384032" y="1648242"/>
            <a:ext cx="875650" cy="8921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088" h="18770" extrusionOk="0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2" name="Figure">
            <a:extLst>
              <a:ext uri="{FF2B5EF4-FFF2-40B4-BE49-F238E27FC236}">
                <a16:creationId xmlns:a16="http://schemas.microsoft.com/office/drawing/2014/main" id="{7CFEC0CE-FB43-4333-9853-7B5924F208AC}"/>
              </a:ext>
            </a:extLst>
          </p:cNvPr>
          <p:cNvSpPr/>
          <p:nvPr userDrawn="1"/>
        </p:nvSpPr>
        <p:spPr>
          <a:xfrm>
            <a:off x="10139329" y="4982756"/>
            <a:ext cx="604493" cy="5757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202" h="18783" extrusionOk="0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9571E-1C07-43BE-A315-E494F397D1BD}"/>
              </a:ext>
            </a:extLst>
          </p:cNvPr>
          <p:cNvSpPr txBox="1">
            <a:spLocks/>
          </p:cNvSpPr>
          <p:nvPr userDrawn="1"/>
        </p:nvSpPr>
        <p:spPr>
          <a:xfrm>
            <a:off x="654164" y="636122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914354" rtl="0" eaLnBrk="1" latinLnBrk="0" hangingPunct="1">
              <a:defRPr sz="24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sz="2400" kern="1200" dirty="0">
                <a:solidFill>
                  <a:srgbClr val="C00000"/>
                </a:solidFill>
                <a:latin typeface="Arial Black" panose="020B0A04020102020204" pitchFamily="34" charset="0"/>
                <a:ea typeface="+mn-ea"/>
                <a:cs typeface="+mn-cs"/>
              </a:rPr>
              <a:t>C</a:t>
            </a:r>
            <a:r>
              <a:rPr lang="en-US" sz="2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12925251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A99D1-0EB2-4F85-B3D4-6C023514A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5DBC6-1891-4D4E-9B5A-BDCEB78A67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23A92-51DF-4C54-8C80-1CB70C893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by Amaid Zia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992B16-E765-430F-BC89-DE8C32948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CB3F-26C9-44D7-A7CB-40F86C5CE4B1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6E6B168-566B-473C-AA14-D312485321F1}"/>
              </a:ext>
            </a:extLst>
          </p:cNvPr>
          <p:cNvSpPr/>
          <p:nvPr userDrawn="1"/>
        </p:nvSpPr>
        <p:spPr>
          <a:xfrm>
            <a:off x="8329881" y="1"/>
            <a:ext cx="3862120" cy="4184987"/>
          </a:xfrm>
          <a:custGeom>
            <a:avLst/>
            <a:gdLst>
              <a:gd name="connsiteX0" fmla="*/ 72632 w 3862120"/>
              <a:gd name="connsiteY0" fmla="*/ 0 h 4184987"/>
              <a:gd name="connsiteX1" fmla="*/ 3862120 w 3862120"/>
              <a:gd name="connsiteY1" fmla="*/ 0 h 4184987"/>
              <a:gd name="connsiteX2" fmla="*/ 3862120 w 3862120"/>
              <a:gd name="connsiteY2" fmla="*/ 4018645 h 4184987"/>
              <a:gd name="connsiteX3" fmla="*/ 3849798 w 3862120"/>
              <a:gd name="connsiteY3" fmla="*/ 4027418 h 4184987"/>
              <a:gd name="connsiteX4" fmla="*/ 3409263 w 3862120"/>
              <a:gd name="connsiteY4" fmla="*/ 4179440 h 4184987"/>
              <a:gd name="connsiteX5" fmla="*/ 11722 w 3862120"/>
              <a:gd name="connsiteY5" fmla="*/ 786066 h 4184987"/>
              <a:gd name="connsiteX6" fmla="*/ 49002 w 3862120"/>
              <a:gd name="connsiteY6" fmla="*/ 88876 h 4184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2120" h="4184987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rgbClr val="FACB91"/>
          </a:solidFill>
          <a:ln w="12700">
            <a:miter lim="400000"/>
          </a:ln>
        </p:spPr>
        <p:txBody>
          <a:bodyPr wrap="square" lIns="38100" tIns="38100" rIns="38100" bIns="38100" anchor="ctr">
            <a:noAutofit/>
          </a:bodyPr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2E96AA19-84B7-430D-8805-1FC9E3124763}"/>
              </a:ext>
            </a:extLst>
          </p:cNvPr>
          <p:cNvSpPr/>
          <p:nvPr userDrawn="1"/>
        </p:nvSpPr>
        <p:spPr>
          <a:xfrm>
            <a:off x="7390509" y="0"/>
            <a:ext cx="4801492" cy="4017462"/>
          </a:xfrm>
          <a:custGeom>
            <a:avLst/>
            <a:gdLst>
              <a:gd name="connsiteX0" fmla="*/ 2063453 w 4801492"/>
              <a:gd name="connsiteY0" fmla="*/ 0 h 4017462"/>
              <a:gd name="connsiteX1" fmla="*/ 4801492 w 4801492"/>
              <a:gd name="connsiteY1" fmla="*/ 0 h 4017462"/>
              <a:gd name="connsiteX2" fmla="*/ 4801492 w 4801492"/>
              <a:gd name="connsiteY2" fmla="*/ 3620618 h 4017462"/>
              <a:gd name="connsiteX3" fmla="*/ 4540736 w 4801492"/>
              <a:gd name="connsiteY3" fmla="*/ 3716067 h 4017462"/>
              <a:gd name="connsiteX4" fmla="*/ 3663094 w 4801492"/>
              <a:gd name="connsiteY4" fmla="*/ 3936581 h 4017462"/>
              <a:gd name="connsiteX5" fmla="*/ 88907 w 4801492"/>
              <a:gd name="connsiteY5" fmla="*/ 3068732 h 4017462"/>
              <a:gd name="connsiteX6" fmla="*/ 1919217 w 4801492"/>
              <a:gd name="connsiteY6" fmla="*/ 89093 h 4017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01492" h="401746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 w="12700">
            <a:miter lim="400000"/>
          </a:ln>
        </p:spPr>
        <p:txBody>
          <a:bodyPr wrap="square" lIns="38100" tIns="38100" rIns="38100" bIns="38100" anchor="ctr">
            <a:noAutofit/>
          </a:bodyPr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5505493-CC1B-41AE-918B-437E8B2856BA}"/>
              </a:ext>
            </a:extLst>
          </p:cNvPr>
          <p:cNvSpPr/>
          <p:nvPr userDrawn="1"/>
        </p:nvSpPr>
        <p:spPr>
          <a:xfrm>
            <a:off x="6831384" y="0"/>
            <a:ext cx="5360617" cy="3642236"/>
          </a:xfrm>
          <a:custGeom>
            <a:avLst/>
            <a:gdLst>
              <a:gd name="connsiteX0" fmla="*/ 320472 w 5360617"/>
              <a:gd name="connsiteY0" fmla="*/ 0 h 3642236"/>
              <a:gd name="connsiteX1" fmla="*/ 5360617 w 5360617"/>
              <a:gd name="connsiteY1" fmla="*/ 0 h 3642236"/>
              <a:gd name="connsiteX2" fmla="*/ 5360617 w 5360617"/>
              <a:gd name="connsiteY2" fmla="*/ 3227025 h 3642236"/>
              <a:gd name="connsiteX3" fmla="*/ 5351732 w 5360617"/>
              <a:gd name="connsiteY3" fmla="*/ 3232995 h 3642236"/>
              <a:gd name="connsiteX4" fmla="*/ 4028504 w 5360617"/>
              <a:gd name="connsiteY4" fmla="*/ 3642236 h 3642236"/>
              <a:gd name="connsiteX5" fmla="*/ 0 w 5360617"/>
              <a:gd name="connsiteY5" fmla="*/ 624863 h 3642236"/>
              <a:gd name="connsiteX6" fmla="*/ 286013 w 5360617"/>
              <a:gd name="connsiteY6" fmla="*/ 23255 h 3642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60617" h="3642236">
                <a:moveTo>
                  <a:pt x="320472" y="0"/>
                </a:moveTo>
                <a:lnTo>
                  <a:pt x="5360617" y="0"/>
                </a:lnTo>
                <a:lnTo>
                  <a:pt x="5360617" y="3227025"/>
                </a:lnTo>
                <a:lnTo>
                  <a:pt x="5351732" y="3232995"/>
                </a:lnTo>
                <a:cubicBezTo>
                  <a:pt x="4933670" y="3488463"/>
                  <a:pt x="4475851" y="3642236"/>
                  <a:pt x="4028504" y="3642236"/>
                </a:cubicBezTo>
                <a:cubicBezTo>
                  <a:pt x="2596996" y="3642236"/>
                  <a:pt x="0" y="2067594"/>
                  <a:pt x="0" y="624863"/>
                </a:cubicBezTo>
                <a:cubicBezTo>
                  <a:pt x="0" y="354352"/>
                  <a:pt x="105767" y="161846"/>
                  <a:pt x="286013" y="23255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80000"/>
            </a:schemeClr>
          </a:solidFill>
          <a:ln w="12700">
            <a:miter lim="400000"/>
          </a:ln>
        </p:spPr>
        <p:txBody>
          <a:bodyPr wrap="square" lIns="38100" tIns="38100" rIns="38100" bIns="38100" anchor="ctr">
            <a:noAutofit/>
          </a:bodyPr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6181426F-5F00-40E9-AA9A-0496C69403A1}"/>
              </a:ext>
            </a:extLst>
          </p:cNvPr>
          <p:cNvSpPr/>
          <p:nvPr userDrawn="1"/>
        </p:nvSpPr>
        <p:spPr>
          <a:xfrm>
            <a:off x="11397987" y="3867634"/>
            <a:ext cx="794014" cy="1182847"/>
          </a:xfrm>
          <a:custGeom>
            <a:avLst/>
            <a:gdLst>
              <a:gd name="connsiteX0" fmla="*/ 794014 w 794014"/>
              <a:gd name="connsiteY0" fmla="*/ 0 h 1182847"/>
              <a:gd name="connsiteX1" fmla="*/ 794014 w 794014"/>
              <a:gd name="connsiteY1" fmla="*/ 1127001 h 1182847"/>
              <a:gd name="connsiteX2" fmla="*/ 772413 w 794014"/>
              <a:gd name="connsiteY2" fmla="*/ 1134386 h 1182847"/>
              <a:gd name="connsiteX3" fmla="*/ 89247 w 794014"/>
              <a:gd name="connsiteY3" fmla="*/ 1098613 h 1182847"/>
              <a:gd name="connsiteX4" fmla="*/ 265906 w 794014"/>
              <a:gd name="connsiteY4" fmla="*/ 295654 h 1182847"/>
              <a:gd name="connsiteX5" fmla="*/ 696781 w 794014"/>
              <a:gd name="connsiteY5" fmla="*/ 18560 h 1182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4014" h="1182847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rgbClr val="C00000">
              <a:alpha val="80000"/>
            </a:srgbClr>
          </a:solidFill>
          <a:ln w="12700">
            <a:miter lim="400000"/>
          </a:ln>
        </p:spPr>
        <p:txBody>
          <a:bodyPr wrap="square" lIns="38100" tIns="38100" rIns="38100" bIns="38100" anchor="ctr">
            <a:noAutofit/>
          </a:bodyPr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1" name="Figure">
            <a:extLst>
              <a:ext uri="{FF2B5EF4-FFF2-40B4-BE49-F238E27FC236}">
                <a16:creationId xmlns:a16="http://schemas.microsoft.com/office/drawing/2014/main" id="{02F9D22C-FFCD-4847-91CD-37F4DCBD6075}"/>
              </a:ext>
            </a:extLst>
          </p:cNvPr>
          <p:cNvSpPr/>
          <p:nvPr userDrawn="1"/>
        </p:nvSpPr>
        <p:spPr>
          <a:xfrm>
            <a:off x="6384032" y="1648242"/>
            <a:ext cx="875650" cy="8921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088" h="18770" extrusionOk="0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rgbClr val="C0000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2" name="Figure">
            <a:extLst>
              <a:ext uri="{FF2B5EF4-FFF2-40B4-BE49-F238E27FC236}">
                <a16:creationId xmlns:a16="http://schemas.microsoft.com/office/drawing/2014/main" id="{7CFEC0CE-FB43-4333-9853-7B5924F208AC}"/>
              </a:ext>
            </a:extLst>
          </p:cNvPr>
          <p:cNvSpPr/>
          <p:nvPr userDrawn="1"/>
        </p:nvSpPr>
        <p:spPr>
          <a:xfrm>
            <a:off x="10139329" y="4982756"/>
            <a:ext cx="604493" cy="5757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202" h="18783" extrusionOk="0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rgbClr val="8DB1C4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CCA2F5-20EA-4233-BA3E-DD17109F726B}"/>
              </a:ext>
            </a:extLst>
          </p:cNvPr>
          <p:cNvSpPr txBox="1">
            <a:spLocks/>
          </p:cNvSpPr>
          <p:nvPr userDrawn="1"/>
        </p:nvSpPr>
        <p:spPr>
          <a:xfrm>
            <a:off x="654164" y="636122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914354" rtl="0" eaLnBrk="1" latinLnBrk="0" hangingPunct="1">
              <a:defRPr sz="24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sz="2400" kern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rPr>
              <a:t>C</a:t>
            </a:r>
            <a:r>
              <a:rPr lang="en-US" sz="2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28799768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UE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A99D1-0EB2-4F85-B3D4-6C023514A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5DBC6-1891-4D4E-9B5A-BDCEB78A67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23A92-51DF-4C54-8C80-1CB70C893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by Amaid Zia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992B16-E765-430F-BC89-DE8C32948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CB3F-26C9-44D7-A7CB-40F86C5CE4B1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6E6B168-566B-473C-AA14-D312485321F1}"/>
              </a:ext>
            </a:extLst>
          </p:cNvPr>
          <p:cNvSpPr/>
          <p:nvPr userDrawn="1"/>
        </p:nvSpPr>
        <p:spPr>
          <a:xfrm>
            <a:off x="8329881" y="1"/>
            <a:ext cx="3862120" cy="4184987"/>
          </a:xfrm>
          <a:custGeom>
            <a:avLst/>
            <a:gdLst>
              <a:gd name="connsiteX0" fmla="*/ 72632 w 3862120"/>
              <a:gd name="connsiteY0" fmla="*/ 0 h 4184987"/>
              <a:gd name="connsiteX1" fmla="*/ 3862120 w 3862120"/>
              <a:gd name="connsiteY1" fmla="*/ 0 h 4184987"/>
              <a:gd name="connsiteX2" fmla="*/ 3862120 w 3862120"/>
              <a:gd name="connsiteY2" fmla="*/ 4018645 h 4184987"/>
              <a:gd name="connsiteX3" fmla="*/ 3849798 w 3862120"/>
              <a:gd name="connsiteY3" fmla="*/ 4027418 h 4184987"/>
              <a:gd name="connsiteX4" fmla="*/ 3409263 w 3862120"/>
              <a:gd name="connsiteY4" fmla="*/ 4179440 h 4184987"/>
              <a:gd name="connsiteX5" fmla="*/ 11722 w 3862120"/>
              <a:gd name="connsiteY5" fmla="*/ 786066 h 4184987"/>
              <a:gd name="connsiteX6" fmla="*/ 49002 w 3862120"/>
              <a:gd name="connsiteY6" fmla="*/ 88876 h 4184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2120" h="4184987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12700">
            <a:miter lim="400000"/>
          </a:ln>
        </p:spPr>
        <p:txBody>
          <a:bodyPr wrap="square" lIns="38100" tIns="38100" rIns="38100" bIns="38100" anchor="ctr">
            <a:noAutofit/>
          </a:bodyPr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2E96AA19-84B7-430D-8805-1FC9E3124763}"/>
              </a:ext>
            </a:extLst>
          </p:cNvPr>
          <p:cNvSpPr/>
          <p:nvPr userDrawn="1"/>
        </p:nvSpPr>
        <p:spPr>
          <a:xfrm>
            <a:off x="7390509" y="0"/>
            <a:ext cx="4801492" cy="4017462"/>
          </a:xfrm>
          <a:custGeom>
            <a:avLst/>
            <a:gdLst>
              <a:gd name="connsiteX0" fmla="*/ 2063453 w 4801492"/>
              <a:gd name="connsiteY0" fmla="*/ 0 h 4017462"/>
              <a:gd name="connsiteX1" fmla="*/ 4801492 w 4801492"/>
              <a:gd name="connsiteY1" fmla="*/ 0 h 4017462"/>
              <a:gd name="connsiteX2" fmla="*/ 4801492 w 4801492"/>
              <a:gd name="connsiteY2" fmla="*/ 3620618 h 4017462"/>
              <a:gd name="connsiteX3" fmla="*/ 4540736 w 4801492"/>
              <a:gd name="connsiteY3" fmla="*/ 3716067 h 4017462"/>
              <a:gd name="connsiteX4" fmla="*/ 3663094 w 4801492"/>
              <a:gd name="connsiteY4" fmla="*/ 3936581 h 4017462"/>
              <a:gd name="connsiteX5" fmla="*/ 88907 w 4801492"/>
              <a:gd name="connsiteY5" fmla="*/ 3068732 h 4017462"/>
              <a:gd name="connsiteX6" fmla="*/ 1919217 w 4801492"/>
              <a:gd name="connsiteY6" fmla="*/ 89093 h 4017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01492" h="401746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 w="12700">
            <a:miter lim="400000"/>
          </a:ln>
        </p:spPr>
        <p:txBody>
          <a:bodyPr wrap="square" lIns="38100" tIns="38100" rIns="38100" bIns="38100" anchor="ctr">
            <a:noAutofit/>
          </a:bodyPr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5505493-CC1B-41AE-918B-437E8B2856BA}"/>
              </a:ext>
            </a:extLst>
          </p:cNvPr>
          <p:cNvSpPr/>
          <p:nvPr userDrawn="1"/>
        </p:nvSpPr>
        <p:spPr>
          <a:xfrm>
            <a:off x="6831384" y="0"/>
            <a:ext cx="5360617" cy="3642236"/>
          </a:xfrm>
          <a:custGeom>
            <a:avLst/>
            <a:gdLst>
              <a:gd name="connsiteX0" fmla="*/ 320472 w 5360617"/>
              <a:gd name="connsiteY0" fmla="*/ 0 h 3642236"/>
              <a:gd name="connsiteX1" fmla="*/ 5360617 w 5360617"/>
              <a:gd name="connsiteY1" fmla="*/ 0 h 3642236"/>
              <a:gd name="connsiteX2" fmla="*/ 5360617 w 5360617"/>
              <a:gd name="connsiteY2" fmla="*/ 3227025 h 3642236"/>
              <a:gd name="connsiteX3" fmla="*/ 5351732 w 5360617"/>
              <a:gd name="connsiteY3" fmla="*/ 3232995 h 3642236"/>
              <a:gd name="connsiteX4" fmla="*/ 4028504 w 5360617"/>
              <a:gd name="connsiteY4" fmla="*/ 3642236 h 3642236"/>
              <a:gd name="connsiteX5" fmla="*/ 0 w 5360617"/>
              <a:gd name="connsiteY5" fmla="*/ 624863 h 3642236"/>
              <a:gd name="connsiteX6" fmla="*/ 286013 w 5360617"/>
              <a:gd name="connsiteY6" fmla="*/ 23255 h 3642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60617" h="3642236">
                <a:moveTo>
                  <a:pt x="320472" y="0"/>
                </a:moveTo>
                <a:lnTo>
                  <a:pt x="5360617" y="0"/>
                </a:lnTo>
                <a:lnTo>
                  <a:pt x="5360617" y="3227025"/>
                </a:lnTo>
                <a:lnTo>
                  <a:pt x="5351732" y="3232995"/>
                </a:lnTo>
                <a:cubicBezTo>
                  <a:pt x="4933670" y="3488463"/>
                  <a:pt x="4475851" y="3642236"/>
                  <a:pt x="4028504" y="3642236"/>
                </a:cubicBezTo>
                <a:cubicBezTo>
                  <a:pt x="2596996" y="3642236"/>
                  <a:pt x="0" y="2067594"/>
                  <a:pt x="0" y="624863"/>
                </a:cubicBezTo>
                <a:cubicBezTo>
                  <a:pt x="0" y="354352"/>
                  <a:pt x="105767" y="161846"/>
                  <a:pt x="286013" y="23255"/>
                </a:cubicBezTo>
                <a:close/>
              </a:path>
            </a:pathLst>
          </a:custGeom>
          <a:solidFill>
            <a:srgbClr val="00B050">
              <a:alpha val="80000"/>
            </a:srgbClr>
          </a:solidFill>
          <a:ln w="12700">
            <a:miter lim="400000"/>
          </a:ln>
        </p:spPr>
        <p:txBody>
          <a:bodyPr wrap="square" lIns="38100" tIns="38100" rIns="38100" bIns="38100" anchor="ctr">
            <a:noAutofit/>
          </a:bodyPr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6181426F-5F00-40E9-AA9A-0496C69403A1}"/>
              </a:ext>
            </a:extLst>
          </p:cNvPr>
          <p:cNvSpPr/>
          <p:nvPr userDrawn="1"/>
        </p:nvSpPr>
        <p:spPr>
          <a:xfrm>
            <a:off x="11397987" y="3867634"/>
            <a:ext cx="794014" cy="1182847"/>
          </a:xfrm>
          <a:custGeom>
            <a:avLst/>
            <a:gdLst>
              <a:gd name="connsiteX0" fmla="*/ 794014 w 794014"/>
              <a:gd name="connsiteY0" fmla="*/ 0 h 1182847"/>
              <a:gd name="connsiteX1" fmla="*/ 794014 w 794014"/>
              <a:gd name="connsiteY1" fmla="*/ 1127001 h 1182847"/>
              <a:gd name="connsiteX2" fmla="*/ 772413 w 794014"/>
              <a:gd name="connsiteY2" fmla="*/ 1134386 h 1182847"/>
              <a:gd name="connsiteX3" fmla="*/ 89247 w 794014"/>
              <a:gd name="connsiteY3" fmla="*/ 1098613 h 1182847"/>
              <a:gd name="connsiteX4" fmla="*/ 265906 w 794014"/>
              <a:gd name="connsiteY4" fmla="*/ 295654 h 1182847"/>
              <a:gd name="connsiteX5" fmla="*/ 696781 w 794014"/>
              <a:gd name="connsiteY5" fmla="*/ 18560 h 1182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4014" h="1182847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rgbClr val="C00000">
              <a:alpha val="80000"/>
            </a:srgbClr>
          </a:solidFill>
          <a:ln w="12700">
            <a:miter lim="400000"/>
          </a:ln>
        </p:spPr>
        <p:txBody>
          <a:bodyPr wrap="square" lIns="38100" tIns="38100" rIns="38100" bIns="38100" anchor="ctr">
            <a:noAutofit/>
          </a:bodyPr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1" name="Figure">
            <a:extLst>
              <a:ext uri="{FF2B5EF4-FFF2-40B4-BE49-F238E27FC236}">
                <a16:creationId xmlns:a16="http://schemas.microsoft.com/office/drawing/2014/main" id="{02F9D22C-FFCD-4847-91CD-37F4DCBD6075}"/>
              </a:ext>
            </a:extLst>
          </p:cNvPr>
          <p:cNvSpPr/>
          <p:nvPr userDrawn="1"/>
        </p:nvSpPr>
        <p:spPr>
          <a:xfrm>
            <a:off x="6384032" y="1648242"/>
            <a:ext cx="875650" cy="8921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088" h="18770" extrusionOk="0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rgbClr val="C0000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2" name="Figure">
            <a:extLst>
              <a:ext uri="{FF2B5EF4-FFF2-40B4-BE49-F238E27FC236}">
                <a16:creationId xmlns:a16="http://schemas.microsoft.com/office/drawing/2014/main" id="{7CFEC0CE-FB43-4333-9853-7B5924F208AC}"/>
              </a:ext>
            </a:extLst>
          </p:cNvPr>
          <p:cNvSpPr/>
          <p:nvPr userDrawn="1"/>
        </p:nvSpPr>
        <p:spPr>
          <a:xfrm>
            <a:off x="10139329" y="4982756"/>
            <a:ext cx="604493" cy="5757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202" h="18783" extrusionOk="0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rgbClr val="8DB1C4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A69AAB-3197-4400-943A-22E6F0E4E3D8}"/>
              </a:ext>
            </a:extLst>
          </p:cNvPr>
          <p:cNvSpPr txBox="1">
            <a:spLocks/>
          </p:cNvSpPr>
          <p:nvPr userDrawn="1"/>
        </p:nvSpPr>
        <p:spPr>
          <a:xfrm>
            <a:off x="654164" y="636122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914354" rtl="0" eaLnBrk="1" latinLnBrk="0" hangingPunct="1">
              <a:defRPr sz="24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sz="2400" kern="1200" dirty="0">
                <a:solidFill>
                  <a:srgbClr val="00B050"/>
                </a:solidFill>
                <a:latin typeface="Arial Black" panose="020B0A04020102020204" pitchFamily="34" charset="0"/>
                <a:ea typeface="+mn-ea"/>
                <a:cs typeface="+mn-cs"/>
              </a:rPr>
              <a:t>C</a:t>
            </a:r>
            <a:r>
              <a:rPr lang="en-US" sz="2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37671906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A99D1-0EB2-4F85-B3D4-6C023514A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5DBC6-1891-4D4E-9B5A-BDCEB78A67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23A92-51DF-4C54-8C80-1CB70C893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by Amaid Zia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992B16-E765-430F-BC89-DE8C32948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CB3F-26C9-44D7-A7CB-40F86C5CE4B1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6E6B168-566B-473C-AA14-D312485321F1}"/>
              </a:ext>
            </a:extLst>
          </p:cNvPr>
          <p:cNvSpPr/>
          <p:nvPr userDrawn="1"/>
        </p:nvSpPr>
        <p:spPr>
          <a:xfrm>
            <a:off x="8329881" y="1"/>
            <a:ext cx="3862120" cy="4184987"/>
          </a:xfrm>
          <a:custGeom>
            <a:avLst/>
            <a:gdLst>
              <a:gd name="connsiteX0" fmla="*/ 72632 w 3862120"/>
              <a:gd name="connsiteY0" fmla="*/ 0 h 4184987"/>
              <a:gd name="connsiteX1" fmla="*/ 3862120 w 3862120"/>
              <a:gd name="connsiteY1" fmla="*/ 0 h 4184987"/>
              <a:gd name="connsiteX2" fmla="*/ 3862120 w 3862120"/>
              <a:gd name="connsiteY2" fmla="*/ 4018645 h 4184987"/>
              <a:gd name="connsiteX3" fmla="*/ 3849798 w 3862120"/>
              <a:gd name="connsiteY3" fmla="*/ 4027418 h 4184987"/>
              <a:gd name="connsiteX4" fmla="*/ 3409263 w 3862120"/>
              <a:gd name="connsiteY4" fmla="*/ 4179440 h 4184987"/>
              <a:gd name="connsiteX5" fmla="*/ 11722 w 3862120"/>
              <a:gd name="connsiteY5" fmla="*/ 786066 h 4184987"/>
              <a:gd name="connsiteX6" fmla="*/ 49002 w 3862120"/>
              <a:gd name="connsiteY6" fmla="*/ 88876 h 4184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2120" h="4184987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wrap="square" lIns="38100" tIns="38100" rIns="38100" bIns="38100" anchor="ctr">
            <a:noAutofit/>
          </a:bodyPr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2E96AA19-84B7-430D-8805-1FC9E3124763}"/>
              </a:ext>
            </a:extLst>
          </p:cNvPr>
          <p:cNvSpPr/>
          <p:nvPr userDrawn="1"/>
        </p:nvSpPr>
        <p:spPr>
          <a:xfrm>
            <a:off x="7390509" y="0"/>
            <a:ext cx="4801492" cy="4017462"/>
          </a:xfrm>
          <a:custGeom>
            <a:avLst/>
            <a:gdLst>
              <a:gd name="connsiteX0" fmla="*/ 2063453 w 4801492"/>
              <a:gd name="connsiteY0" fmla="*/ 0 h 4017462"/>
              <a:gd name="connsiteX1" fmla="*/ 4801492 w 4801492"/>
              <a:gd name="connsiteY1" fmla="*/ 0 h 4017462"/>
              <a:gd name="connsiteX2" fmla="*/ 4801492 w 4801492"/>
              <a:gd name="connsiteY2" fmla="*/ 3620618 h 4017462"/>
              <a:gd name="connsiteX3" fmla="*/ 4540736 w 4801492"/>
              <a:gd name="connsiteY3" fmla="*/ 3716067 h 4017462"/>
              <a:gd name="connsiteX4" fmla="*/ 3663094 w 4801492"/>
              <a:gd name="connsiteY4" fmla="*/ 3936581 h 4017462"/>
              <a:gd name="connsiteX5" fmla="*/ 88907 w 4801492"/>
              <a:gd name="connsiteY5" fmla="*/ 3068732 h 4017462"/>
              <a:gd name="connsiteX6" fmla="*/ 1919217 w 4801492"/>
              <a:gd name="connsiteY6" fmla="*/ 89093 h 4017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01492" h="401746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 w="12700">
            <a:miter lim="400000"/>
          </a:ln>
        </p:spPr>
        <p:txBody>
          <a:bodyPr wrap="square" lIns="38100" tIns="38100" rIns="38100" bIns="38100" anchor="ctr">
            <a:noAutofit/>
          </a:bodyPr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6181426F-5F00-40E9-AA9A-0496C69403A1}"/>
              </a:ext>
            </a:extLst>
          </p:cNvPr>
          <p:cNvSpPr/>
          <p:nvPr userDrawn="1"/>
        </p:nvSpPr>
        <p:spPr>
          <a:xfrm>
            <a:off x="11397987" y="3867634"/>
            <a:ext cx="794014" cy="1182847"/>
          </a:xfrm>
          <a:custGeom>
            <a:avLst/>
            <a:gdLst>
              <a:gd name="connsiteX0" fmla="*/ 794014 w 794014"/>
              <a:gd name="connsiteY0" fmla="*/ 0 h 1182847"/>
              <a:gd name="connsiteX1" fmla="*/ 794014 w 794014"/>
              <a:gd name="connsiteY1" fmla="*/ 1127001 h 1182847"/>
              <a:gd name="connsiteX2" fmla="*/ 772413 w 794014"/>
              <a:gd name="connsiteY2" fmla="*/ 1134386 h 1182847"/>
              <a:gd name="connsiteX3" fmla="*/ 89247 w 794014"/>
              <a:gd name="connsiteY3" fmla="*/ 1098613 h 1182847"/>
              <a:gd name="connsiteX4" fmla="*/ 265906 w 794014"/>
              <a:gd name="connsiteY4" fmla="*/ 295654 h 1182847"/>
              <a:gd name="connsiteX5" fmla="*/ 696781 w 794014"/>
              <a:gd name="connsiteY5" fmla="*/ 18560 h 1182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4014" h="1182847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 w="12700">
            <a:miter lim="400000"/>
          </a:ln>
        </p:spPr>
        <p:txBody>
          <a:bodyPr wrap="square" lIns="38100" tIns="38100" rIns="38100" bIns="38100" anchor="ctr">
            <a:noAutofit/>
          </a:bodyPr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1" name="Figure">
            <a:extLst>
              <a:ext uri="{FF2B5EF4-FFF2-40B4-BE49-F238E27FC236}">
                <a16:creationId xmlns:a16="http://schemas.microsoft.com/office/drawing/2014/main" id="{02F9D22C-FFCD-4847-91CD-37F4DCBD6075}"/>
              </a:ext>
            </a:extLst>
          </p:cNvPr>
          <p:cNvSpPr/>
          <p:nvPr userDrawn="1"/>
        </p:nvSpPr>
        <p:spPr>
          <a:xfrm>
            <a:off x="6384032" y="1648242"/>
            <a:ext cx="875650" cy="8921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088" h="18770" extrusionOk="0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2" name="Figure">
            <a:extLst>
              <a:ext uri="{FF2B5EF4-FFF2-40B4-BE49-F238E27FC236}">
                <a16:creationId xmlns:a16="http://schemas.microsoft.com/office/drawing/2014/main" id="{7CFEC0CE-FB43-4333-9853-7B5924F208AC}"/>
              </a:ext>
            </a:extLst>
          </p:cNvPr>
          <p:cNvSpPr/>
          <p:nvPr userDrawn="1"/>
        </p:nvSpPr>
        <p:spPr>
          <a:xfrm>
            <a:off x="10139329" y="4982756"/>
            <a:ext cx="604493" cy="5757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202" h="18783" extrusionOk="0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5E753932-AFD4-4105-9EE3-5F7970C933D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31385" y="0"/>
            <a:ext cx="5360617" cy="3642236"/>
          </a:xfrm>
          <a:custGeom>
            <a:avLst/>
            <a:gdLst>
              <a:gd name="connsiteX0" fmla="*/ 320472 w 5360617"/>
              <a:gd name="connsiteY0" fmla="*/ 0 h 3642236"/>
              <a:gd name="connsiteX1" fmla="*/ 5360617 w 5360617"/>
              <a:gd name="connsiteY1" fmla="*/ 0 h 3642236"/>
              <a:gd name="connsiteX2" fmla="*/ 5360617 w 5360617"/>
              <a:gd name="connsiteY2" fmla="*/ 3227025 h 3642236"/>
              <a:gd name="connsiteX3" fmla="*/ 5351732 w 5360617"/>
              <a:gd name="connsiteY3" fmla="*/ 3232995 h 3642236"/>
              <a:gd name="connsiteX4" fmla="*/ 4028504 w 5360617"/>
              <a:gd name="connsiteY4" fmla="*/ 3642236 h 3642236"/>
              <a:gd name="connsiteX5" fmla="*/ 0 w 5360617"/>
              <a:gd name="connsiteY5" fmla="*/ 624863 h 3642236"/>
              <a:gd name="connsiteX6" fmla="*/ 286013 w 5360617"/>
              <a:gd name="connsiteY6" fmla="*/ 23255 h 3642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60617" h="3642236">
                <a:moveTo>
                  <a:pt x="320472" y="0"/>
                </a:moveTo>
                <a:lnTo>
                  <a:pt x="5360617" y="0"/>
                </a:lnTo>
                <a:lnTo>
                  <a:pt x="5360617" y="3227025"/>
                </a:lnTo>
                <a:lnTo>
                  <a:pt x="5351732" y="3232995"/>
                </a:lnTo>
                <a:cubicBezTo>
                  <a:pt x="4933670" y="3488463"/>
                  <a:pt x="4475851" y="3642236"/>
                  <a:pt x="4028504" y="3642236"/>
                </a:cubicBezTo>
                <a:cubicBezTo>
                  <a:pt x="2596996" y="3642236"/>
                  <a:pt x="0" y="2067594"/>
                  <a:pt x="0" y="624863"/>
                </a:cubicBezTo>
                <a:cubicBezTo>
                  <a:pt x="0" y="354352"/>
                  <a:pt x="105767" y="161846"/>
                  <a:pt x="286013" y="23255"/>
                </a:cubicBezTo>
                <a:close/>
              </a:path>
            </a:pathLst>
          </a:custGeom>
        </p:spPr>
        <p:txBody>
          <a:bodyPr wrap="square" tIns="1097280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5BC14E-7186-445D-A992-EF39F6DDDC86}"/>
              </a:ext>
            </a:extLst>
          </p:cNvPr>
          <p:cNvSpPr txBox="1">
            <a:spLocks/>
          </p:cNvSpPr>
          <p:nvPr userDrawn="1"/>
        </p:nvSpPr>
        <p:spPr>
          <a:xfrm>
            <a:off x="654164" y="636122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914354" rtl="0" eaLnBrk="1" latinLnBrk="0" hangingPunct="1">
              <a:defRPr sz="24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dirty="0">
                <a:solidFill>
                  <a:srgbClr val="E7B881"/>
                </a:solidFill>
                <a:latin typeface="Arial Black" panose="020B0A04020102020204" pitchFamily="34" charset="0"/>
              </a:rPr>
              <a:t>C</a:t>
            </a:r>
            <a:r>
              <a:rPr lang="en-US" sz="2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18866397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(Dark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A99D1-0EB2-4F85-B3D4-6C023514A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5DBC6-1891-4D4E-9B5A-BDCEB78A67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23A92-51DF-4C54-8C80-1CB70C893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E7B881"/>
                </a:solidFill>
              </a:defRPr>
            </a:lvl1pPr>
          </a:lstStyle>
          <a:p>
            <a:r>
              <a:rPr lang="en-US"/>
              <a:t>Lecture by Amaid Zia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992B16-E765-430F-BC89-DE8C32948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CB3F-26C9-44D7-A7CB-40F86C5CE4B1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6E6B168-566B-473C-AA14-D312485321F1}"/>
              </a:ext>
            </a:extLst>
          </p:cNvPr>
          <p:cNvSpPr/>
          <p:nvPr userDrawn="1"/>
        </p:nvSpPr>
        <p:spPr>
          <a:xfrm>
            <a:off x="8329881" y="1"/>
            <a:ext cx="3862120" cy="4184987"/>
          </a:xfrm>
          <a:custGeom>
            <a:avLst/>
            <a:gdLst>
              <a:gd name="connsiteX0" fmla="*/ 72632 w 3862120"/>
              <a:gd name="connsiteY0" fmla="*/ 0 h 4184987"/>
              <a:gd name="connsiteX1" fmla="*/ 3862120 w 3862120"/>
              <a:gd name="connsiteY1" fmla="*/ 0 h 4184987"/>
              <a:gd name="connsiteX2" fmla="*/ 3862120 w 3862120"/>
              <a:gd name="connsiteY2" fmla="*/ 4018645 h 4184987"/>
              <a:gd name="connsiteX3" fmla="*/ 3849798 w 3862120"/>
              <a:gd name="connsiteY3" fmla="*/ 4027418 h 4184987"/>
              <a:gd name="connsiteX4" fmla="*/ 3409263 w 3862120"/>
              <a:gd name="connsiteY4" fmla="*/ 4179440 h 4184987"/>
              <a:gd name="connsiteX5" fmla="*/ 11722 w 3862120"/>
              <a:gd name="connsiteY5" fmla="*/ 786066 h 4184987"/>
              <a:gd name="connsiteX6" fmla="*/ 49002 w 3862120"/>
              <a:gd name="connsiteY6" fmla="*/ 88876 h 4184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2120" h="4184987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wrap="square" lIns="38100" tIns="38100" rIns="38100" bIns="38100" anchor="ctr">
            <a:noAutofit/>
          </a:bodyPr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2E96AA19-84B7-430D-8805-1FC9E3124763}"/>
              </a:ext>
            </a:extLst>
          </p:cNvPr>
          <p:cNvSpPr/>
          <p:nvPr userDrawn="1"/>
        </p:nvSpPr>
        <p:spPr>
          <a:xfrm>
            <a:off x="7390509" y="0"/>
            <a:ext cx="4801492" cy="4017462"/>
          </a:xfrm>
          <a:custGeom>
            <a:avLst/>
            <a:gdLst>
              <a:gd name="connsiteX0" fmla="*/ 2063453 w 4801492"/>
              <a:gd name="connsiteY0" fmla="*/ 0 h 4017462"/>
              <a:gd name="connsiteX1" fmla="*/ 4801492 w 4801492"/>
              <a:gd name="connsiteY1" fmla="*/ 0 h 4017462"/>
              <a:gd name="connsiteX2" fmla="*/ 4801492 w 4801492"/>
              <a:gd name="connsiteY2" fmla="*/ 3620618 h 4017462"/>
              <a:gd name="connsiteX3" fmla="*/ 4540736 w 4801492"/>
              <a:gd name="connsiteY3" fmla="*/ 3716067 h 4017462"/>
              <a:gd name="connsiteX4" fmla="*/ 3663094 w 4801492"/>
              <a:gd name="connsiteY4" fmla="*/ 3936581 h 4017462"/>
              <a:gd name="connsiteX5" fmla="*/ 88907 w 4801492"/>
              <a:gd name="connsiteY5" fmla="*/ 3068732 h 4017462"/>
              <a:gd name="connsiteX6" fmla="*/ 1919217 w 4801492"/>
              <a:gd name="connsiteY6" fmla="*/ 89093 h 4017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01492" h="401746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 w="12700">
            <a:miter lim="400000"/>
          </a:ln>
        </p:spPr>
        <p:txBody>
          <a:bodyPr wrap="square" lIns="38100" tIns="38100" rIns="38100" bIns="38100" anchor="ctr">
            <a:noAutofit/>
          </a:bodyPr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5505493-CC1B-41AE-918B-437E8B2856BA}"/>
              </a:ext>
            </a:extLst>
          </p:cNvPr>
          <p:cNvSpPr/>
          <p:nvPr userDrawn="1"/>
        </p:nvSpPr>
        <p:spPr>
          <a:xfrm>
            <a:off x="6831384" y="0"/>
            <a:ext cx="5360617" cy="3642236"/>
          </a:xfrm>
          <a:custGeom>
            <a:avLst/>
            <a:gdLst>
              <a:gd name="connsiteX0" fmla="*/ 320472 w 5360617"/>
              <a:gd name="connsiteY0" fmla="*/ 0 h 3642236"/>
              <a:gd name="connsiteX1" fmla="*/ 5360617 w 5360617"/>
              <a:gd name="connsiteY1" fmla="*/ 0 h 3642236"/>
              <a:gd name="connsiteX2" fmla="*/ 5360617 w 5360617"/>
              <a:gd name="connsiteY2" fmla="*/ 3227025 h 3642236"/>
              <a:gd name="connsiteX3" fmla="*/ 5351732 w 5360617"/>
              <a:gd name="connsiteY3" fmla="*/ 3232995 h 3642236"/>
              <a:gd name="connsiteX4" fmla="*/ 4028504 w 5360617"/>
              <a:gd name="connsiteY4" fmla="*/ 3642236 h 3642236"/>
              <a:gd name="connsiteX5" fmla="*/ 0 w 5360617"/>
              <a:gd name="connsiteY5" fmla="*/ 624863 h 3642236"/>
              <a:gd name="connsiteX6" fmla="*/ 286013 w 5360617"/>
              <a:gd name="connsiteY6" fmla="*/ 23255 h 3642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60617" h="3642236">
                <a:moveTo>
                  <a:pt x="320472" y="0"/>
                </a:moveTo>
                <a:lnTo>
                  <a:pt x="5360617" y="0"/>
                </a:lnTo>
                <a:lnTo>
                  <a:pt x="5360617" y="3227025"/>
                </a:lnTo>
                <a:lnTo>
                  <a:pt x="5351732" y="3232995"/>
                </a:lnTo>
                <a:cubicBezTo>
                  <a:pt x="4933670" y="3488463"/>
                  <a:pt x="4475851" y="3642236"/>
                  <a:pt x="4028504" y="3642236"/>
                </a:cubicBezTo>
                <a:cubicBezTo>
                  <a:pt x="2596996" y="3642236"/>
                  <a:pt x="0" y="2067594"/>
                  <a:pt x="0" y="624863"/>
                </a:cubicBezTo>
                <a:cubicBezTo>
                  <a:pt x="0" y="354352"/>
                  <a:pt x="105767" y="161846"/>
                  <a:pt x="286013" y="23255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 w="12700">
            <a:miter lim="400000"/>
          </a:ln>
        </p:spPr>
        <p:txBody>
          <a:bodyPr wrap="square" lIns="38100" tIns="38100" rIns="38100" bIns="38100" anchor="ctr">
            <a:noAutofit/>
          </a:bodyPr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6181426F-5F00-40E9-AA9A-0496C69403A1}"/>
              </a:ext>
            </a:extLst>
          </p:cNvPr>
          <p:cNvSpPr/>
          <p:nvPr userDrawn="1"/>
        </p:nvSpPr>
        <p:spPr>
          <a:xfrm>
            <a:off x="11397987" y="3867634"/>
            <a:ext cx="794014" cy="1182847"/>
          </a:xfrm>
          <a:custGeom>
            <a:avLst/>
            <a:gdLst>
              <a:gd name="connsiteX0" fmla="*/ 794014 w 794014"/>
              <a:gd name="connsiteY0" fmla="*/ 0 h 1182847"/>
              <a:gd name="connsiteX1" fmla="*/ 794014 w 794014"/>
              <a:gd name="connsiteY1" fmla="*/ 1127001 h 1182847"/>
              <a:gd name="connsiteX2" fmla="*/ 772413 w 794014"/>
              <a:gd name="connsiteY2" fmla="*/ 1134386 h 1182847"/>
              <a:gd name="connsiteX3" fmla="*/ 89247 w 794014"/>
              <a:gd name="connsiteY3" fmla="*/ 1098613 h 1182847"/>
              <a:gd name="connsiteX4" fmla="*/ 265906 w 794014"/>
              <a:gd name="connsiteY4" fmla="*/ 295654 h 1182847"/>
              <a:gd name="connsiteX5" fmla="*/ 696781 w 794014"/>
              <a:gd name="connsiteY5" fmla="*/ 18560 h 1182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4014" h="1182847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bg2">
              <a:alpha val="60000"/>
            </a:schemeClr>
          </a:solidFill>
          <a:ln w="12700">
            <a:miter lim="400000"/>
          </a:ln>
        </p:spPr>
        <p:txBody>
          <a:bodyPr wrap="square" lIns="38100" tIns="38100" rIns="38100" bIns="38100" anchor="ctr">
            <a:noAutofit/>
          </a:bodyPr>
          <a:lstStyle/>
          <a:p>
            <a:pPr marR="0" lvl="0" indent="0" algn="ctr" defTabSz="4572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1" name="Figure">
            <a:extLst>
              <a:ext uri="{FF2B5EF4-FFF2-40B4-BE49-F238E27FC236}">
                <a16:creationId xmlns:a16="http://schemas.microsoft.com/office/drawing/2014/main" id="{02F9D22C-FFCD-4847-91CD-37F4DCBD6075}"/>
              </a:ext>
            </a:extLst>
          </p:cNvPr>
          <p:cNvSpPr/>
          <p:nvPr userDrawn="1"/>
        </p:nvSpPr>
        <p:spPr>
          <a:xfrm>
            <a:off x="6384032" y="1648242"/>
            <a:ext cx="875650" cy="8921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088" h="18770" extrusionOk="0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bg2">
              <a:alpha val="70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2" name="Figure">
            <a:extLst>
              <a:ext uri="{FF2B5EF4-FFF2-40B4-BE49-F238E27FC236}">
                <a16:creationId xmlns:a16="http://schemas.microsoft.com/office/drawing/2014/main" id="{7CFEC0CE-FB43-4333-9853-7B5924F208AC}"/>
              </a:ext>
            </a:extLst>
          </p:cNvPr>
          <p:cNvSpPr/>
          <p:nvPr userDrawn="1"/>
        </p:nvSpPr>
        <p:spPr>
          <a:xfrm>
            <a:off x="10139329" y="4982756"/>
            <a:ext cx="604493" cy="5757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202" h="18783" extrusionOk="0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D715D-98A9-4B48-B765-41D22EF5F521}"/>
              </a:ext>
            </a:extLst>
          </p:cNvPr>
          <p:cNvSpPr txBox="1">
            <a:spLocks/>
          </p:cNvSpPr>
          <p:nvPr userDrawn="1"/>
        </p:nvSpPr>
        <p:spPr>
          <a:xfrm>
            <a:off x="654164" y="636122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914354" rtl="0" eaLnBrk="1" latinLnBrk="0" hangingPunct="1">
              <a:defRPr sz="24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dirty="0">
                <a:solidFill>
                  <a:srgbClr val="E7B881"/>
                </a:solidFill>
                <a:latin typeface="Arial Black" panose="020B0A04020102020204" pitchFamily="34" charset="0"/>
              </a:rPr>
              <a:t>C</a:t>
            </a:r>
            <a:r>
              <a:rPr lang="en-US" sz="2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38155642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 Photo (Dark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A99D1-0EB2-4F85-B3D4-6C023514A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5DBC6-1891-4D4E-9B5A-BDCEB78A67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23A92-51DF-4C54-8C80-1CB70C893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E7B881"/>
                </a:solidFill>
              </a:defRPr>
            </a:lvl1pPr>
          </a:lstStyle>
          <a:p>
            <a:r>
              <a:rPr lang="en-US"/>
              <a:t>Lecture by Amaid Zia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992B16-E765-430F-BC89-DE8C32948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CB3F-26C9-44D7-A7CB-40F86C5CE4B1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6E6B168-566B-473C-AA14-D312485321F1}"/>
              </a:ext>
            </a:extLst>
          </p:cNvPr>
          <p:cNvSpPr/>
          <p:nvPr userDrawn="1"/>
        </p:nvSpPr>
        <p:spPr>
          <a:xfrm>
            <a:off x="8329881" y="1"/>
            <a:ext cx="3862120" cy="4184987"/>
          </a:xfrm>
          <a:custGeom>
            <a:avLst/>
            <a:gdLst>
              <a:gd name="connsiteX0" fmla="*/ 72632 w 3862120"/>
              <a:gd name="connsiteY0" fmla="*/ 0 h 4184987"/>
              <a:gd name="connsiteX1" fmla="*/ 3862120 w 3862120"/>
              <a:gd name="connsiteY1" fmla="*/ 0 h 4184987"/>
              <a:gd name="connsiteX2" fmla="*/ 3862120 w 3862120"/>
              <a:gd name="connsiteY2" fmla="*/ 4018645 h 4184987"/>
              <a:gd name="connsiteX3" fmla="*/ 3849798 w 3862120"/>
              <a:gd name="connsiteY3" fmla="*/ 4027418 h 4184987"/>
              <a:gd name="connsiteX4" fmla="*/ 3409263 w 3862120"/>
              <a:gd name="connsiteY4" fmla="*/ 4179440 h 4184987"/>
              <a:gd name="connsiteX5" fmla="*/ 11722 w 3862120"/>
              <a:gd name="connsiteY5" fmla="*/ 786066 h 4184987"/>
              <a:gd name="connsiteX6" fmla="*/ 49002 w 3862120"/>
              <a:gd name="connsiteY6" fmla="*/ 88876 h 4184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2120" h="4184987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wrap="square" lIns="38100" tIns="38100" rIns="38100" bIns="38100" anchor="ctr">
            <a:noAutofit/>
          </a:bodyPr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2E96AA19-84B7-430D-8805-1FC9E3124763}"/>
              </a:ext>
            </a:extLst>
          </p:cNvPr>
          <p:cNvSpPr/>
          <p:nvPr userDrawn="1"/>
        </p:nvSpPr>
        <p:spPr>
          <a:xfrm>
            <a:off x="7390509" y="0"/>
            <a:ext cx="4801492" cy="4017462"/>
          </a:xfrm>
          <a:custGeom>
            <a:avLst/>
            <a:gdLst>
              <a:gd name="connsiteX0" fmla="*/ 2063453 w 4801492"/>
              <a:gd name="connsiteY0" fmla="*/ 0 h 4017462"/>
              <a:gd name="connsiteX1" fmla="*/ 4801492 w 4801492"/>
              <a:gd name="connsiteY1" fmla="*/ 0 h 4017462"/>
              <a:gd name="connsiteX2" fmla="*/ 4801492 w 4801492"/>
              <a:gd name="connsiteY2" fmla="*/ 3620618 h 4017462"/>
              <a:gd name="connsiteX3" fmla="*/ 4540736 w 4801492"/>
              <a:gd name="connsiteY3" fmla="*/ 3716067 h 4017462"/>
              <a:gd name="connsiteX4" fmla="*/ 3663094 w 4801492"/>
              <a:gd name="connsiteY4" fmla="*/ 3936581 h 4017462"/>
              <a:gd name="connsiteX5" fmla="*/ 88907 w 4801492"/>
              <a:gd name="connsiteY5" fmla="*/ 3068732 h 4017462"/>
              <a:gd name="connsiteX6" fmla="*/ 1919217 w 4801492"/>
              <a:gd name="connsiteY6" fmla="*/ 89093 h 4017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01492" h="401746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 w="12700">
            <a:miter lim="400000"/>
          </a:ln>
        </p:spPr>
        <p:txBody>
          <a:bodyPr wrap="square" lIns="38100" tIns="38100" rIns="38100" bIns="38100" anchor="ctr">
            <a:noAutofit/>
          </a:bodyPr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6181426F-5F00-40E9-AA9A-0496C69403A1}"/>
              </a:ext>
            </a:extLst>
          </p:cNvPr>
          <p:cNvSpPr/>
          <p:nvPr userDrawn="1"/>
        </p:nvSpPr>
        <p:spPr>
          <a:xfrm>
            <a:off x="11397987" y="3867634"/>
            <a:ext cx="794014" cy="1182847"/>
          </a:xfrm>
          <a:custGeom>
            <a:avLst/>
            <a:gdLst>
              <a:gd name="connsiteX0" fmla="*/ 794014 w 794014"/>
              <a:gd name="connsiteY0" fmla="*/ 0 h 1182847"/>
              <a:gd name="connsiteX1" fmla="*/ 794014 w 794014"/>
              <a:gd name="connsiteY1" fmla="*/ 1127001 h 1182847"/>
              <a:gd name="connsiteX2" fmla="*/ 772413 w 794014"/>
              <a:gd name="connsiteY2" fmla="*/ 1134386 h 1182847"/>
              <a:gd name="connsiteX3" fmla="*/ 89247 w 794014"/>
              <a:gd name="connsiteY3" fmla="*/ 1098613 h 1182847"/>
              <a:gd name="connsiteX4" fmla="*/ 265906 w 794014"/>
              <a:gd name="connsiteY4" fmla="*/ 295654 h 1182847"/>
              <a:gd name="connsiteX5" fmla="*/ 696781 w 794014"/>
              <a:gd name="connsiteY5" fmla="*/ 18560 h 1182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4014" h="1182847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bg2">
              <a:alpha val="60000"/>
            </a:schemeClr>
          </a:solidFill>
          <a:ln w="12700">
            <a:miter lim="400000"/>
          </a:ln>
        </p:spPr>
        <p:txBody>
          <a:bodyPr wrap="square" lIns="38100" tIns="38100" rIns="38100" bIns="38100" anchor="ctr">
            <a:noAutofit/>
          </a:bodyPr>
          <a:lstStyle/>
          <a:p>
            <a:pPr marR="0" lvl="0" indent="0" algn="ctr" defTabSz="4572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1" name="Figure">
            <a:extLst>
              <a:ext uri="{FF2B5EF4-FFF2-40B4-BE49-F238E27FC236}">
                <a16:creationId xmlns:a16="http://schemas.microsoft.com/office/drawing/2014/main" id="{02F9D22C-FFCD-4847-91CD-37F4DCBD6075}"/>
              </a:ext>
            </a:extLst>
          </p:cNvPr>
          <p:cNvSpPr/>
          <p:nvPr userDrawn="1"/>
        </p:nvSpPr>
        <p:spPr>
          <a:xfrm>
            <a:off x="6384032" y="1648242"/>
            <a:ext cx="875650" cy="8921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088" h="18770" extrusionOk="0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bg2">
              <a:alpha val="70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R="0" lvl="0" indent="0" algn="ctr" defTabSz="4572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2" name="Figure">
            <a:extLst>
              <a:ext uri="{FF2B5EF4-FFF2-40B4-BE49-F238E27FC236}">
                <a16:creationId xmlns:a16="http://schemas.microsoft.com/office/drawing/2014/main" id="{7CFEC0CE-FB43-4333-9853-7B5924F208AC}"/>
              </a:ext>
            </a:extLst>
          </p:cNvPr>
          <p:cNvSpPr/>
          <p:nvPr userDrawn="1"/>
        </p:nvSpPr>
        <p:spPr>
          <a:xfrm>
            <a:off x="10139329" y="4982756"/>
            <a:ext cx="604493" cy="5757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202" h="18783" extrusionOk="0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3" name="Picture Placeholder 29">
            <a:extLst>
              <a:ext uri="{FF2B5EF4-FFF2-40B4-BE49-F238E27FC236}">
                <a16:creationId xmlns:a16="http://schemas.microsoft.com/office/drawing/2014/main" id="{7B140BD1-698E-4732-9187-BE372F8EAB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31385" y="0"/>
            <a:ext cx="5360617" cy="3642236"/>
          </a:xfrm>
          <a:custGeom>
            <a:avLst/>
            <a:gdLst>
              <a:gd name="connsiteX0" fmla="*/ 320472 w 5360617"/>
              <a:gd name="connsiteY0" fmla="*/ 0 h 3642236"/>
              <a:gd name="connsiteX1" fmla="*/ 5360617 w 5360617"/>
              <a:gd name="connsiteY1" fmla="*/ 0 h 3642236"/>
              <a:gd name="connsiteX2" fmla="*/ 5360617 w 5360617"/>
              <a:gd name="connsiteY2" fmla="*/ 3227025 h 3642236"/>
              <a:gd name="connsiteX3" fmla="*/ 5351732 w 5360617"/>
              <a:gd name="connsiteY3" fmla="*/ 3232995 h 3642236"/>
              <a:gd name="connsiteX4" fmla="*/ 4028504 w 5360617"/>
              <a:gd name="connsiteY4" fmla="*/ 3642236 h 3642236"/>
              <a:gd name="connsiteX5" fmla="*/ 0 w 5360617"/>
              <a:gd name="connsiteY5" fmla="*/ 624863 h 3642236"/>
              <a:gd name="connsiteX6" fmla="*/ 286013 w 5360617"/>
              <a:gd name="connsiteY6" fmla="*/ 23255 h 3642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60617" h="3642236">
                <a:moveTo>
                  <a:pt x="320472" y="0"/>
                </a:moveTo>
                <a:lnTo>
                  <a:pt x="5360617" y="0"/>
                </a:lnTo>
                <a:lnTo>
                  <a:pt x="5360617" y="3227025"/>
                </a:lnTo>
                <a:lnTo>
                  <a:pt x="5351732" y="3232995"/>
                </a:lnTo>
                <a:cubicBezTo>
                  <a:pt x="4933670" y="3488463"/>
                  <a:pt x="4475851" y="3642236"/>
                  <a:pt x="4028504" y="3642236"/>
                </a:cubicBezTo>
                <a:cubicBezTo>
                  <a:pt x="2596996" y="3642236"/>
                  <a:pt x="0" y="2067594"/>
                  <a:pt x="0" y="624863"/>
                </a:cubicBezTo>
                <a:cubicBezTo>
                  <a:pt x="0" y="354352"/>
                  <a:pt x="105767" y="161846"/>
                  <a:pt x="286013" y="23255"/>
                </a:cubicBezTo>
                <a:close/>
              </a:path>
            </a:pathLst>
          </a:custGeom>
        </p:spPr>
        <p:txBody>
          <a:bodyPr wrap="square" tIns="1097280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107FDE-0381-4EF0-AE05-C79B152077E9}"/>
              </a:ext>
            </a:extLst>
          </p:cNvPr>
          <p:cNvSpPr txBox="1">
            <a:spLocks/>
          </p:cNvSpPr>
          <p:nvPr userDrawn="1"/>
        </p:nvSpPr>
        <p:spPr>
          <a:xfrm>
            <a:off x="654164" y="636122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914354" rtl="0" eaLnBrk="1" latinLnBrk="0" hangingPunct="1">
              <a:defRPr sz="24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dirty="0">
                <a:solidFill>
                  <a:srgbClr val="E7B881"/>
                </a:solidFill>
                <a:latin typeface="Arial Black" panose="020B0A04020102020204" pitchFamily="34" charset="0"/>
              </a:rPr>
              <a:t>C</a:t>
            </a:r>
            <a:r>
              <a:rPr lang="en-US" sz="2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16123735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A99D1-0EB2-4F85-B3D4-6C023514A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43754"/>
            <a:ext cx="10515600" cy="1197687"/>
          </a:xfrm>
        </p:spPr>
        <p:txBody>
          <a:bodyPr anchor="b"/>
          <a:lstStyle>
            <a:lvl1pPr>
              <a:defRPr sz="6000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5DBC6-1891-4D4E-9B5A-BDCEB78A67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268429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23A92-51DF-4C54-8C80-1CB70C893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by Amaid Zia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992B16-E765-430F-BC89-DE8C32948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CB3F-26C9-44D7-A7CB-40F86C5CE4B1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E6D3A46D-7F78-4A59-A12D-5EE07C50BFCD}"/>
              </a:ext>
            </a:extLst>
          </p:cNvPr>
          <p:cNvSpPr/>
          <p:nvPr userDrawn="1"/>
        </p:nvSpPr>
        <p:spPr>
          <a:xfrm>
            <a:off x="4874400" y="980564"/>
            <a:ext cx="5337219" cy="5877435"/>
          </a:xfrm>
          <a:custGeom>
            <a:avLst/>
            <a:gdLst>
              <a:gd name="connsiteX0" fmla="*/ 2668564 w 5337219"/>
              <a:gd name="connsiteY0" fmla="*/ 4 h 5877435"/>
              <a:gd name="connsiteX1" fmla="*/ 5298463 w 5337219"/>
              <a:gd name="connsiteY1" fmla="*/ 2313679 h 5877435"/>
              <a:gd name="connsiteX2" fmla="*/ 4814532 w 5337219"/>
              <a:gd name="connsiteY2" fmla="*/ 5839447 h 5877435"/>
              <a:gd name="connsiteX3" fmla="*/ 4792182 w 5337219"/>
              <a:gd name="connsiteY3" fmla="*/ 5877435 h 5877435"/>
              <a:gd name="connsiteX4" fmla="*/ 2010121 w 5337219"/>
              <a:gd name="connsiteY4" fmla="*/ 5877435 h 5877435"/>
              <a:gd name="connsiteX5" fmla="*/ 1990508 w 5337219"/>
              <a:gd name="connsiteY5" fmla="*/ 5861996 h 5877435"/>
              <a:gd name="connsiteX6" fmla="*/ 13028 w 5337219"/>
              <a:gd name="connsiteY6" fmla="*/ 2845602 h 5877435"/>
              <a:gd name="connsiteX7" fmla="*/ 2397045 w 5337219"/>
              <a:gd name="connsiteY7" fmla="*/ 13894 h 5877435"/>
              <a:gd name="connsiteX8" fmla="*/ 2668564 w 5337219"/>
              <a:gd name="connsiteY8" fmla="*/ 4 h 587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37219" h="5877435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wrap="square" lIns="38100" tIns="38100" rIns="38100" bIns="38100" anchor="ctr">
            <a:noAutofit/>
          </a:bodyPr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3E765F1-E837-4960-9A2B-971A41844935}"/>
              </a:ext>
            </a:extLst>
          </p:cNvPr>
          <p:cNvSpPr/>
          <p:nvPr userDrawn="1"/>
        </p:nvSpPr>
        <p:spPr>
          <a:xfrm>
            <a:off x="3830303" y="2049794"/>
            <a:ext cx="7895563" cy="4808204"/>
          </a:xfrm>
          <a:custGeom>
            <a:avLst/>
            <a:gdLst>
              <a:gd name="connsiteX0" fmla="*/ 5369884 w 7895563"/>
              <a:gd name="connsiteY0" fmla="*/ 1078 h 4808204"/>
              <a:gd name="connsiteX1" fmla="*/ 7862727 w 7895563"/>
              <a:gd name="connsiteY1" fmla="*/ 1675871 h 4808204"/>
              <a:gd name="connsiteX2" fmla="*/ 5732088 w 7895563"/>
              <a:gd name="connsiteY2" fmla="*/ 4760070 h 4808204"/>
              <a:gd name="connsiteX3" fmla="*/ 5620342 w 7895563"/>
              <a:gd name="connsiteY3" fmla="*/ 4808204 h 4808204"/>
              <a:gd name="connsiteX4" fmla="*/ 549240 w 7895563"/>
              <a:gd name="connsiteY4" fmla="*/ 4808204 h 4808204"/>
              <a:gd name="connsiteX5" fmla="*/ 486839 w 7895563"/>
              <a:gd name="connsiteY5" fmla="*/ 4767416 h 4808204"/>
              <a:gd name="connsiteX6" fmla="*/ 98819 w 7895563"/>
              <a:gd name="connsiteY6" fmla="*/ 4313512 h 4808204"/>
              <a:gd name="connsiteX7" fmla="*/ 3527321 w 7895563"/>
              <a:gd name="connsiteY7" fmla="*/ 325893 h 4808204"/>
              <a:gd name="connsiteX8" fmla="*/ 5369884 w 7895563"/>
              <a:gd name="connsiteY8" fmla="*/ 1078 h 4808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895563" h="4808204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 w="12700">
            <a:miter lim="400000"/>
          </a:ln>
        </p:spPr>
        <p:txBody>
          <a:bodyPr wrap="square" lIns="38100" tIns="38100" rIns="38100" bIns="38100" anchor="ctr">
            <a:noAutofit/>
          </a:bodyPr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5" name="Figure">
            <a:extLst>
              <a:ext uri="{FF2B5EF4-FFF2-40B4-BE49-F238E27FC236}">
                <a16:creationId xmlns:a16="http://schemas.microsoft.com/office/drawing/2014/main" id="{7B0794A8-5CB9-4466-B2A1-B736C2408414}"/>
              </a:ext>
            </a:extLst>
          </p:cNvPr>
          <p:cNvSpPr/>
          <p:nvPr userDrawn="1"/>
        </p:nvSpPr>
        <p:spPr>
          <a:xfrm>
            <a:off x="3208844" y="1651975"/>
            <a:ext cx="7779006" cy="53487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9116" extrusionOk="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7" name="Figure">
            <a:extLst>
              <a:ext uri="{FF2B5EF4-FFF2-40B4-BE49-F238E27FC236}">
                <a16:creationId xmlns:a16="http://schemas.microsoft.com/office/drawing/2014/main" id="{B833C6E6-D2AD-4F4D-A36B-8F197824B45A}"/>
              </a:ext>
            </a:extLst>
          </p:cNvPr>
          <p:cNvSpPr/>
          <p:nvPr userDrawn="1"/>
        </p:nvSpPr>
        <p:spPr>
          <a:xfrm>
            <a:off x="10319088" y="1254199"/>
            <a:ext cx="671883" cy="6399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202" h="18783" extrusionOk="0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3" name="Figure">
            <a:extLst>
              <a:ext uri="{FF2B5EF4-FFF2-40B4-BE49-F238E27FC236}">
                <a16:creationId xmlns:a16="http://schemas.microsoft.com/office/drawing/2014/main" id="{43D2B85A-0851-443A-B2F7-A5A2AC52A21C}"/>
              </a:ext>
            </a:extLst>
          </p:cNvPr>
          <p:cNvSpPr/>
          <p:nvPr userDrawn="1"/>
        </p:nvSpPr>
        <p:spPr>
          <a:xfrm>
            <a:off x="2711624" y="4784458"/>
            <a:ext cx="973269" cy="9916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088" h="18770" extrusionOk="0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CF321A-F397-485F-95E5-C2CA8CAD37C2}"/>
              </a:ext>
            </a:extLst>
          </p:cNvPr>
          <p:cNvSpPr txBox="1">
            <a:spLocks/>
          </p:cNvSpPr>
          <p:nvPr userDrawn="1"/>
        </p:nvSpPr>
        <p:spPr>
          <a:xfrm>
            <a:off x="654164" y="636122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914354" rtl="0" eaLnBrk="1" latinLnBrk="0" hangingPunct="1">
              <a:defRPr sz="24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dirty="0">
                <a:solidFill>
                  <a:srgbClr val="E7B881"/>
                </a:solidFill>
                <a:latin typeface="Arial Black" panose="020B0A04020102020204" pitchFamily="34" charset="0"/>
              </a:rPr>
              <a:t>C</a:t>
            </a:r>
            <a:r>
              <a:rPr lang="en-US" sz="2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18636181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 w Phot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A99D1-0EB2-4F85-B3D4-6C023514A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43754"/>
            <a:ext cx="10515600" cy="1197687"/>
          </a:xfrm>
        </p:spPr>
        <p:txBody>
          <a:bodyPr anchor="b"/>
          <a:lstStyle>
            <a:lvl1pPr>
              <a:defRPr sz="6000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5DBC6-1891-4D4E-9B5A-BDCEB78A67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268429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23A92-51DF-4C54-8C80-1CB70C893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by Amaid Zia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992B16-E765-430F-BC89-DE8C32948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CB3F-26C9-44D7-A7CB-40F86C5CE4B1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CA2A693-AE58-4C41-825A-D32BC0811ACB}"/>
              </a:ext>
            </a:extLst>
          </p:cNvPr>
          <p:cNvSpPr/>
          <p:nvPr userDrawn="1"/>
        </p:nvSpPr>
        <p:spPr>
          <a:xfrm>
            <a:off x="4874400" y="980564"/>
            <a:ext cx="5337219" cy="5877435"/>
          </a:xfrm>
          <a:custGeom>
            <a:avLst/>
            <a:gdLst>
              <a:gd name="connsiteX0" fmla="*/ 2668564 w 5337219"/>
              <a:gd name="connsiteY0" fmla="*/ 4 h 5877435"/>
              <a:gd name="connsiteX1" fmla="*/ 5298463 w 5337219"/>
              <a:gd name="connsiteY1" fmla="*/ 2313679 h 5877435"/>
              <a:gd name="connsiteX2" fmla="*/ 4814532 w 5337219"/>
              <a:gd name="connsiteY2" fmla="*/ 5839447 h 5877435"/>
              <a:gd name="connsiteX3" fmla="*/ 4792182 w 5337219"/>
              <a:gd name="connsiteY3" fmla="*/ 5877435 h 5877435"/>
              <a:gd name="connsiteX4" fmla="*/ 2010121 w 5337219"/>
              <a:gd name="connsiteY4" fmla="*/ 5877435 h 5877435"/>
              <a:gd name="connsiteX5" fmla="*/ 1990508 w 5337219"/>
              <a:gd name="connsiteY5" fmla="*/ 5861996 h 5877435"/>
              <a:gd name="connsiteX6" fmla="*/ 13028 w 5337219"/>
              <a:gd name="connsiteY6" fmla="*/ 2845602 h 5877435"/>
              <a:gd name="connsiteX7" fmla="*/ 2397045 w 5337219"/>
              <a:gd name="connsiteY7" fmla="*/ 13894 h 5877435"/>
              <a:gd name="connsiteX8" fmla="*/ 2668564 w 5337219"/>
              <a:gd name="connsiteY8" fmla="*/ 4 h 587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37219" h="5877435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wrap="square" lIns="38100" tIns="38100" rIns="38100" bIns="38100" anchor="ctr">
            <a:noAutofit/>
          </a:bodyPr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F82D26C-ABC8-4121-9D52-27E8B77173C3}"/>
              </a:ext>
            </a:extLst>
          </p:cNvPr>
          <p:cNvSpPr/>
          <p:nvPr userDrawn="1"/>
        </p:nvSpPr>
        <p:spPr>
          <a:xfrm>
            <a:off x="3830303" y="2049794"/>
            <a:ext cx="7895563" cy="4808204"/>
          </a:xfrm>
          <a:custGeom>
            <a:avLst/>
            <a:gdLst>
              <a:gd name="connsiteX0" fmla="*/ 5369884 w 7895563"/>
              <a:gd name="connsiteY0" fmla="*/ 1078 h 4808204"/>
              <a:gd name="connsiteX1" fmla="*/ 7862727 w 7895563"/>
              <a:gd name="connsiteY1" fmla="*/ 1675871 h 4808204"/>
              <a:gd name="connsiteX2" fmla="*/ 5732088 w 7895563"/>
              <a:gd name="connsiteY2" fmla="*/ 4760070 h 4808204"/>
              <a:gd name="connsiteX3" fmla="*/ 5620342 w 7895563"/>
              <a:gd name="connsiteY3" fmla="*/ 4808204 h 4808204"/>
              <a:gd name="connsiteX4" fmla="*/ 549240 w 7895563"/>
              <a:gd name="connsiteY4" fmla="*/ 4808204 h 4808204"/>
              <a:gd name="connsiteX5" fmla="*/ 486839 w 7895563"/>
              <a:gd name="connsiteY5" fmla="*/ 4767416 h 4808204"/>
              <a:gd name="connsiteX6" fmla="*/ 98819 w 7895563"/>
              <a:gd name="connsiteY6" fmla="*/ 4313512 h 4808204"/>
              <a:gd name="connsiteX7" fmla="*/ 3527321 w 7895563"/>
              <a:gd name="connsiteY7" fmla="*/ 325893 h 4808204"/>
              <a:gd name="connsiteX8" fmla="*/ 5369884 w 7895563"/>
              <a:gd name="connsiteY8" fmla="*/ 1078 h 4808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895563" h="4808204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 w="12700">
            <a:miter lim="400000"/>
          </a:ln>
        </p:spPr>
        <p:txBody>
          <a:bodyPr wrap="square" lIns="38100" tIns="38100" rIns="38100" bIns="38100" anchor="ctr">
            <a:noAutofit/>
          </a:bodyPr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6" name="Figure">
            <a:extLst>
              <a:ext uri="{FF2B5EF4-FFF2-40B4-BE49-F238E27FC236}">
                <a16:creationId xmlns:a16="http://schemas.microsoft.com/office/drawing/2014/main" id="{80A40D36-2BD3-4F77-92AA-A95427EF3D43}"/>
              </a:ext>
            </a:extLst>
          </p:cNvPr>
          <p:cNvSpPr/>
          <p:nvPr userDrawn="1"/>
        </p:nvSpPr>
        <p:spPr>
          <a:xfrm>
            <a:off x="2711624" y="4784458"/>
            <a:ext cx="973269" cy="9916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088" h="18770" extrusionOk="0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7" name="Figure">
            <a:extLst>
              <a:ext uri="{FF2B5EF4-FFF2-40B4-BE49-F238E27FC236}">
                <a16:creationId xmlns:a16="http://schemas.microsoft.com/office/drawing/2014/main" id="{B833C6E6-D2AD-4F4D-A36B-8F197824B45A}"/>
              </a:ext>
            </a:extLst>
          </p:cNvPr>
          <p:cNvSpPr/>
          <p:nvPr userDrawn="1"/>
        </p:nvSpPr>
        <p:spPr>
          <a:xfrm>
            <a:off x="10319088" y="1254199"/>
            <a:ext cx="671883" cy="6399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202" h="18783" extrusionOk="0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99B1E94F-6B0A-4BB6-BFB9-6DB8090FBA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08844" y="1651909"/>
            <a:ext cx="7779006" cy="5206089"/>
          </a:xfrm>
          <a:custGeom>
            <a:avLst/>
            <a:gdLst>
              <a:gd name="connsiteX0" fmla="*/ 6499213 w 7779006"/>
              <a:gd name="connsiteY0" fmla="*/ 1020 h 5206089"/>
              <a:gd name="connsiteX1" fmla="*/ 7779006 w 7779006"/>
              <a:gd name="connsiteY1" fmla="*/ 1995083 h 5206089"/>
              <a:gd name="connsiteX2" fmla="*/ 5373114 w 7779006"/>
              <a:gd name="connsiteY2" fmla="*/ 5176751 h 5206089"/>
              <a:gd name="connsiteX3" fmla="*/ 5288242 w 7779006"/>
              <a:gd name="connsiteY3" fmla="*/ 5206089 h 5206089"/>
              <a:gd name="connsiteX4" fmla="*/ 3576433 w 7779006"/>
              <a:gd name="connsiteY4" fmla="*/ 5206089 h 5206089"/>
              <a:gd name="connsiteX5" fmla="*/ 3473560 w 7779006"/>
              <a:gd name="connsiteY5" fmla="*/ 5176751 h 5206089"/>
              <a:gd name="connsiteX6" fmla="*/ 0 w 7779006"/>
              <a:gd name="connsiteY6" fmla="*/ 1995083 h 5206089"/>
              <a:gd name="connsiteX7" fmla="*/ 4755998 w 7779006"/>
              <a:gd name="connsiteY7" fmla="*/ 520786 h 5206089"/>
              <a:gd name="connsiteX8" fmla="*/ 6499213 w 7779006"/>
              <a:gd name="connsiteY8" fmla="*/ 1020 h 5206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779006" h="5206089">
                <a:moveTo>
                  <a:pt x="6499213" y="1020"/>
                </a:moveTo>
                <a:cubicBezTo>
                  <a:pt x="7461712" y="34580"/>
                  <a:pt x="7779006" y="892631"/>
                  <a:pt x="7779006" y="1995083"/>
                </a:cubicBezTo>
                <a:cubicBezTo>
                  <a:pt x="7779006" y="3297982"/>
                  <a:pt x="6649940" y="4697672"/>
                  <a:pt x="5373114" y="5176751"/>
                </a:cubicBezTo>
                <a:lnTo>
                  <a:pt x="5288242" y="5206089"/>
                </a:lnTo>
                <a:lnTo>
                  <a:pt x="3576433" y="5206089"/>
                </a:lnTo>
                <a:lnTo>
                  <a:pt x="3473560" y="5176751"/>
                </a:lnTo>
                <a:cubicBezTo>
                  <a:pt x="1905552" y="4697672"/>
                  <a:pt x="0" y="3297982"/>
                  <a:pt x="0" y="1995083"/>
                </a:cubicBezTo>
                <a:cubicBezTo>
                  <a:pt x="0" y="391516"/>
                  <a:pt x="3343892" y="1254157"/>
                  <a:pt x="4755998" y="520786"/>
                </a:cubicBezTo>
                <a:cubicBezTo>
                  <a:pt x="5490907" y="140862"/>
                  <a:pt x="6061713" y="-14234"/>
                  <a:pt x="6499213" y="102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 tIns="1645920" anchor="t">
            <a:noAutofit/>
          </a:bodyPr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904ACC-ACE1-48D7-9EAC-B019560314E7}"/>
              </a:ext>
            </a:extLst>
          </p:cNvPr>
          <p:cNvSpPr txBox="1">
            <a:spLocks/>
          </p:cNvSpPr>
          <p:nvPr userDrawn="1"/>
        </p:nvSpPr>
        <p:spPr>
          <a:xfrm>
            <a:off x="654164" y="636122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914354" rtl="0" eaLnBrk="1" latinLnBrk="0" hangingPunct="1">
              <a:defRPr sz="24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dirty="0">
                <a:solidFill>
                  <a:srgbClr val="E7B881"/>
                </a:solidFill>
                <a:latin typeface="Arial Black" panose="020B0A04020102020204" pitchFamily="34" charset="0"/>
              </a:rPr>
              <a:t>C</a:t>
            </a:r>
            <a:r>
              <a:rPr lang="en-US" sz="2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4539534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 w Photo (bis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A99D1-0EB2-4F85-B3D4-6C023514A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405909"/>
            <a:ext cx="10515600" cy="1197687"/>
          </a:xfrm>
        </p:spPr>
        <p:txBody>
          <a:bodyPr anchor="b"/>
          <a:lstStyle>
            <a:lvl1pPr>
              <a:defRPr sz="6000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5DBC6-1891-4D4E-9B5A-BDCEB78A67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63058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AFBD2E-EA4D-44AC-A4BD-0C5AA1711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23A92-51DF-4C54-8C80-1CB70C893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by Amaid Zia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992B16-E765-430F-BC89-DE8C32948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CB3F-26C9-44D7-A7CB-40F86C5CE4B1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09E196A-2B73-4233-A237-4B183A27C60C}"/>
              </a:ext>
            </a:extLst>
          </p:cNvPr>
          <p:cNvSpPr/>
          <p:nvPr userDrawn="1"/>
        </p:nvSpPr>
        <p:spPr>
          <a:xfrm>
            <a:off x="4874400" y="980564"/>
            <a:ext cx="5337219" cy="5877435"/>
          </a:xfrm>
          <a:custGeom>
            <a:avLst/>
            <a:gdLst>
              <a:gd name="connsiteX0" fmla="*/ 2668564 w 5337219"/>
              <a:gd name="connsiteY0" fmla="*/ 4 h 5877435"/>
              <a:gd name="connsiteX1" fmla="*/ 5298463 w 5337219"/>
              <a:gd name="connsiteY1" fmla="*/ 2313679 h 5877435"/>
              <a:gd name="connsiteX2" fmla="*/ 4814532 w 5337219"/>
              <a:gd name="connsiteY2" fmla="*/ 5839447 h 5877435"/>
              <a:gd name="connsiteX3" fmla="*/ 4792182 w 5337219"/>
              <a:gd name="connsiteY3" fmla="*/ 5877435 h 5877435"/>
              <a:gd name="connsiteX4" fmla="*/ 2010121 w 5337219"/>
              <a:gd name="connsiteY4" fmla="*/ 5877435 h 5877435"/>
              <a:gd name="connsiteX5" fmla="*/ 1990508 w 5337219"/>
              <a:gd name="connsiteY5" fmla="*/ 5861996 h 5877435"/>
              <a:gd name="connsiteX6" fmla="*/ 13028 w 5337219"/>
              <a:gd name="connsiteY6" fmla="*/ 2845602 h 5877435"/>
              <a:gd name="connsiteX7" fmla="*/ 2397045 w 5337219"/>
              <a:gd name="connsiteY7" fmla="*/ 13894 h 5877435"/>
              <a:gd name="connsiteX8" fmla="*/ 2668564 w 5337219"/>
              <a:gd name="connsiteY8" fmla="*/ 4 h 587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37219" h="5877435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wrap="square" lIns="38100" tIns="38100" rIns="38100" bIns="38100" anchor="ctr">
            <a:noAutofit/>
          </a:bodyPr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A7148EA-E1BB-48D0-8BFB-BE2CA7C08F52}"/>
              </a:ext>
            </a:extLst>
          </p:cNvPr>
          <p:cNvSpPr/>
          <p:nvPr userDrawn="1"/>
        </p:nvSpPr>
        <p:spPr>
          <a:xfrm>
            <a:off x="3830303" y="2049794"/>
            <a:ext cx="7895563" cy="4808204"/>
          </a:xfrm>
          <a:custGeom>
            <a:avLst/>
            <a:gdLst>
              <a:gd name="connsiteX0" fmla="*/ 5369884 w 7895563"/>
              <a:gd name="connsiteY0" fmla="*/ 1078 h 4808204"/>
              <a:gd name="connsiteX1" fmla="*/ 7862727 w 7895563"/>
              <a:gd name="connsiteY1" fmla="*/ 1675871 h 4808204"/>
              <a:gd name="connsiteX2" fmla="*/ 5732088 w 7895563"/>
              <a:gd name="connsiteY2" fmla="*/ 4760070 h 4808204"/>
              <a:gd name="connsiteX3" fmla="*/ 5620342 w 7895563"/>
              <a:gd name="connsiteY3" fmla="*/ 4808204 h 4808204"/>
              <a:gd name="connsiteX4" fmla="*/ 549240 w 7895563"/>
              <a:gd name="connsiteY4" fmla="*/ 4808204 h 4808204"/>
              <a:gd name="connsiteX5" fmla="*/ 486839 w 7895563"/>
              <a:gd name="connsiteY5" fmla="*/ 4767416 h 4808204"/>
              <a:gd name="connsiteX6" fmla="*/ 98819 w 7895563"/>
              <a:gd name="connsiteY6" fmla="*/ 4313512 h 4808204"/>
              <a:gd name="connsiteX7" fmla="*/ 3527321 w 7895563"/>
              <a:gd name="connsiteY7" fmla="*/ 325893 h 4808204"/>
              <a:gd name="connsiteX8" fmla="*/ 5369884 w 7895563"/>
              <a:gd name="connsiteY8" fmla="*/ 1078 h 4808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895563" h="4808204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 w="12700">
            <a:miter lim="400000"/>
          </a:ln>
        </p:spPr>
        <p:txBody>
          <a:bodyPr wrap="square" lIns="38100" tIns="38100" rIns="38100" bIns="38100" anchor="ctr">
            <a:noAutofit/>
          </a:bodyPr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6" name="Figure">
            <a:extLst>
              <a:ext uri="{FF2B5EF4-FFF2-40B4-BE49-F238E27FC236}">
                <a16:creationId xmlns:a16="http://schemas.microsoft.com/office/drawing/2014/main" id="{80A40D36-2BD3-4F77-92AA-A95427EF3D43}"/>
              </a:ext>
            </a:extLst>
          </p:cNvPr>
          <p:cNvSpPr/>
          <p:nvPr userDrawn="1"/>
        </p:nvSpPr>
        <p:spPr>
          <a:xfrm>
            <a:off x="2711624" y="4784458"/>
            <a:ext cx="973269" cy="9916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088" h="18770" extrusionOk="0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7" name="Figure">
            <a:extLst>
              <a:ext uri="{FF2B5EF4-FFF2-40B4-BE49-F238E27FC236}">
                <a16:creationId xmlns:a16="http://schemas.microsoft.com/office/drawing/2014/main" id="{B833C6E6-D2AD-4F4D-A36B-8F197824B45A}"/>
              </a:ext>
            </a:extLst>
          </p:cNvPr>
          <p:cNvSpPr/>
          <p:nvPr userDrawn="1"/>
        </p:nvSpPr>
        <p:spPr>
          <a:xfrm>
            <a:off x="10319088" y="1254199"/>
            <a:ext cx="671883" cy="6399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202" h="18783" extrusionOk="0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6588FD2-164B-4DDE-9260-E2651741661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08844" y="1651909"/>
            <a:ext cx="7779006" cy="5206089"/>
          </a:xfrm>
          <a:custGeom>
            <a:avLst/>
            <a:gdLst>
              <a:gd name="connsiteX0" fmla="*/ 6499213 w 7779006"/>
              <a:gd name="connsiteY0" fmla="*/ 1020 h 5206089"/>
              <a:gd name="connsiteX1" fmla="*/ 7779006 w 7779006"/>
              <a:gd name="connsiteY1" fmla="*/ 1995083 h 5206089"/>
              <a:gd name="connsiteX2" fmla="*/ 5373114 w 7779006"/>
              <a:gd name="connsiteY2" fmla="*/ 5176751 h 5206089"/>
              <a:gd name="connsiteX3" fmla="*/ 5288242 w 7779006"/>
              <a:gd name="connsiteY3" fmla="*/ 5206089 h 5206089"/>
              <a:gd name="connsiteX4" fmla="*/ 3576433 w 7779006"/>
              <a:gd name="connsiteY4" fmla="*/ 5206089 h 5206089"/>
              <a:gd name="connsiteX5" fmla="*/ 3473560 w 7779006"/>
              <a:gd name="connsiteY5" fmla="*/ 5176751 h 5206089"/>
              <a:gd name="connsiteX6" fmla="*/ 0 w 7779006"/>
              <a:gd name="connsiteY6" fmla="*/ 1995083 h 5206089"/>
              <a:gd name="connsiteX7" fmla="*/ 4755998 w 7779006"/>
              <a:gd name="connsiteY7" fmla="*/ 520786 h 5206089"/>
              <a:gd name="connsiteX8" fmla="*/ 6499213 w 7779006"/>
              <a:gd name="connsiteY8" fmla="*/ 1020 h 5206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779006" h="5206089">
                <a:moveTo>
                  <a:pt x="6499213" y="1020"/>
                </a:moveTo>
                <a:cubicBezTo>
                  <a:pt x="7461712" y="34580"/>
                  <a:pt x="7779006" y="892631"/>
                  <a:pt x="7779006" y="1995083"/>
                </a:cubicBezTo>
                <a:cubicBezTo>
                  <a:pt x="7779006" y="3297982"/>
                  <a:pt x="6649940" y="4697672"/>
                  <a:pt x="5373114" y="5176751"/>
                </a:cubicBezTo>
                <a:lnTo>
                  <a:pt x="5288242" y="5206089"/>
                </a:lnTo>
                <a:lnTo>
                  <a:pt x="3576433" y="5206089"/>
                </a:lnTo>
                <a:lnTo>
                  <a:pt x="3473560" y="5176751"/>
                </a:lnTo>
                <a:cubicBezTo>
                  <a:pt x="1905552" y="4697672"/>
                  <a:pt x="0" y="3297982"/>
                  <a:pt x="0" y="1995083"/>
                </a:cubicBezTo>
                <a:cubicBezTo>
                  <a:pt x="0" y="391516"/>
                  <a:pt x="3343892" y="1254157"/>
                  <a:pt x="4755998" y="520786"/>
                </a:cubicBezTo>
                <a:cubicBezTo>
                  <a:pt x="5490907" y="140862"/>
                  <a:pt x="6061713" y="-14234"/>
                  <a:pt x="6499213" y="102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 tIns="1645920" anchor="t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5326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23A92-51DF-4C54-8C80-1CB70C893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by Amaid Zia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6093E40-6F04-4491-9C8D-06005D9BB3A5}"/>
              </a:ext>
            </a:extLst>
          </p:cNvPr>
          <p:cNvGrpSpPr/>
          <p:nvPr userDrawn="1"/>
        </p:nvGrpSpPr>
        <p:grpSpPr>
          <a:xfrm>
            <a:off x="41945" y="620688"/>
            <a:ext cx="12102727" cy="6237315"/>
            <a:chOff x="695401" y="1241443"/>
            <a:chExt cx="10898227" cy="5616559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E9CB3F7-3ABC-4104-B98A-0121ACF534AE}"/>
                </a:ext>
              </a:extLst>
            </p:cNvPr>
            <p:cNvSpPr/>
            <p:nvPr userDrawn="1"/>
          </p:nvSpPr>
          <p:spPr>
            <a:xfrm>
              <a:off x="1490608" y="1750568"/>
              <a:ext cx="10103020" cy="5107432"/>
            </a:xfrm>
            <a:custGeom>
              <a:avLst/>
              <a:gdLst>
                <a:gd name="connsiteX0" fmla="*/ 6871207 w 10103020"/>
                <a:gd name="connsiteY0" fmla="*/ 1379 h 5107432"/>
                <a:gd name="connsiteX1" fmla="*/ 10061003 w 10103020"/>
                <a:gd name="connsiteY1" fmla="*/ 2144415 h 5107432"/>
                <a:gd name="connsiteX2" fmla="*/ 8937022 w 10103020"/>
                <a:gd name="connsiteY2" fmla="*/ 5053985 h 5107432"/>
                <a:gd name="connsiteX3" fmla="*/ 8872567 w 10103020"/>
                <a:gd name="connsiteY3" fmla="*/ 5107432 h 5107432"/>
                <a:gd name="connsiteX4" fmla="*/ 13161 w 10103020"/>
                <a:gd name="connsiteY4" fmla="*/ 5107432 h 5107432"/>
                <a:gd name="connsiteX5" fmla="*/ 3817 w 10103020"/>
                <a:gd name="connsiteY5" fmla="*/ 5033897 h 5107432"/>
                <a:gd name="connsiteX6" fmla="*/ 4513496 w 10103020"/>
                <a:gd name="connsiteY6" fmla="*/ 417007 h 5107432"/>
                <a:gd name="connsiteX7" fmla="*/ 6871207 w 10103020"/>
                <a:gd name="connsiteY7" fmla="*/ 1379 h 5107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103020" h="5107432">
                  <a:moveTo>
                    <a:pt x="6871207" y="1379"/>
                  </a:moveTo>
                  <a:cubicBezTo>
                    <a:pt x="9201349" y="-49256"/>
                    <a:pt x="9924407" y="1306731"/>
                    <a:pt x="10061003" y="2144415"/>
                  </a:cubicBezTo>
                  <a:cubicBezTo>
                    <a:pt x="10257314" y="3348198"/>
                    <a:pt x="9746101" y="4316998"/>
                    <a:pt x="8937022" y="5053985"/>
                  </a:cubicBezTo>
                  <a:lnTo>
                    <a:pt x="8872567" y="5107432"/>
                  </a:lnTo>
                  <a:lnTo>
                    <a:pt x="13161" y="5107432"/>
                  </a:lnTo>
                  <a:lnTo>
                    <a:pt x="3817" y="5033897"/>
                  </a:lnTo>
                  <a:cubicBezTo>
                    <a:pt x="-110911" y="3389245"/>
                    <a:pt x="2382588" y="1054048"/>
                    <a:pt x="4513496" y="417007"/>
                  </a:cubicBezTo>
                  <a:cubicBezTo>
                    <a:pt x="5440331" y="140015"/>
                    <a:pt x="6218767" y="15557"/>
                    <a:pt x="6871207" y="1379"/>
                  </a:cubicBezTo>
                  <a:close/>
                </a:path>
              </a:pathLst>
            </a:custGeom>
            <a:solidFill>
              <a:srgbClr val="8DB1C4">
                <a:alpha val="80000"/>
              </a:srgbClr>
            </a:solidFill>
            <a:ln w="12700">
              <a:miter lim="400000"/>
            </a:ln>
          </p:spPr>
          <p:txBody>
            <a:bodyPr wrap="square" lIns="38100" tIns="38100" rIns="38100" bIns="38100" anchor="ctr">
              <a:noAutofit/>
            </a:bodyPr>
            <a:lstStyle/>
            <a:p>
              <a:pPr marL="0" marR="0" lvl="0" indent="0" algn="ctr" defTabSz="4572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Gill Sans"/>
                <a:sym typeface="Gill Sans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481A0AE-40AD-4CC1-89EF-16D86FD8CD17}"/>
                </a:ext>
              </a:extLst>
            </p:cNvPr>
            <p:cNvSpPr/>
            <p:nvPr userDrawn="1"/>
          </p:nvSpPr>
          <p:spPr>
            <a:xfrm>
              <a:off x="695401" y="1241443"/>
              <a:ext cx="9953877" cy="5616559"/>
            </a:xfrm>
            <a:custGeom>
              <a:avLst/>
              <a:gdLst>
                <a:gd name="connsiteX0" fmla="*/ 8316277 w 9953877"/>
                <a:gd name="connsiteY0" fmla="*/ 1305 h 5616559"/>
                <a:gd name="connsiteX1" fmla="*/ 9953877 w 9953877"/>
                <a:gd name="connsiteY1" fmla="*/ 2552872 h 5616559"/>
                <a:gd name="connsiteX2" fmla="*/ 8605150 w 9953877"/>
                <a:gd name="connsiteY2" fmla="*/ 5468034 h 5616559"/>
                <a:gd name="connsiteX3" fmla="*/ 8447294 w 9953877"/>
                <a:gd name="connsiteY3" fmla="*/ 5616559 h 5616559"/>
                <a:gd name="connsiteX4" fmla="*/ 2330142 w 9953877"/>
                <a:gd name="connsiteY4" fmla="*/ 5616559 h 5616559"/>
                <a:gd name="connsiteX5" fmla="*/ 2101259 w 9953877"/>
                <a:gd name="connsiteY5" fmla="*/ 5468034 h 5616559"/>
                <a:gd name="connsiteX6" fmla="*/ 0 w 9953877"/>
                <a:gd name="connsiteY6" fmla="*/ 2552872 h 5616559"/>
                <a:gd name="connsiteX7" fmla="*/ 6085691 w 9953877"/>
                <a:gd name="connsiteY7" fmla="*/ 666388 h 5616559"/>
                <a:gd name="connsiteX8" fmla="*/ 8316277 w 9953877"/>
                <a:gd name="connsiteY8" fmla="*/ 1305 h 5616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953877" h="5616559">
                  <a:moveTo>
                    <a:pt x="8316277" y="1305"/>
                  </a:moveTo>
                  <a:cubicBezTo>
                    <a:pt x="9547873" y="44247"/>
                    <a:pt x="9953877" y="1142193"/>
                    <a:pt x="9953877" y="2552872"/>
                  </a:cubicBezTo>
                  <a:cubicBezTo>
                    <a:pt x="9953877" y="3578820"/>
                    <a:pt x="9406759" y="4651671"/>
                    <a:pt x="8605150" y="5468034"/>
                  </a:cubicBezTo>
                  <a:lnTo>
                    <a:pt x="8447294" y="5616559"/>
                  </a:lnTo>
                  <a:lnTo>
                    <a:pt x="2330142" y="5616559"/>
                  </a:lnTo>
                  <a:lnTo>
                    <a:pt x="2101259" y="5468034"/>
                  </a:lnTo>
                  <a:cubicBezTo>
                    <a:pt x="923384" y="4651671"/>
                    <a:pt x="0" y="3578820"/>
                    <a:pt x="0" y="2552872"/>
                  </a:cubicBezTo>
                  <a:cubicBezTo>
                    <a:pt x="0" y="500976"/>
                    <a:pt x="4278785" y="1604796"/>
                    <a:pt x="6085691" y="666388"/>
                  </a:cubicBezTo>
                  <a:cubicBezTo>
                    <a:pt x="7026067" y="180244"/>
                    <a:pt x="7756460" y="-18214"/>
                    <a:pt x="8316277" y="130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BEA1E088-FCC0-4BEB-ACA0-B59E2AF07C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83431" y="1988719"/>
            <a:ext cx="9505181" cy="3699442"/>
          </a:xfrm>
        </p:spPr>
        <p:txBody>
          <a:bodyPr anchor="ctr">
            <a:normAutofit/>
          </a:bodyPr>
          <a:lstStyle>
            <a:lvl1pPr marL="0" indent="0" algn="ctr">
              <a:buNone/>
              <a:defRPr sz="48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5DBC6-1891-4D4E-9B5A-BDCEB78A67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35675" y="5880905"/>
            <a:ext cx="3400692" cy="647826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Figure">
            <a:extLst>
              <a:ext uri="{FF2B5EF4-FFF2-40B4-BE49-F238E27FC236}">
                <a16:creationId xmlns:a16="http://schemas.microsoft.com/office/drawing/2014/main" id="{A97C9F97-6012-41FB-8B5B-65E606A8CDCD}"/>
              </a:ext>
            </a:extLst>
          </p:cNvPr>
          <p:cNvSpPr/>
          <p:nvPr userDrawn="1"/>
        </p:nvSpPr>
        <p:spPr>
          <a:xfrm>
            <a:off x="303229" y="1621497"/>
            <a:ext cx="1049353" cy="10691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088" h="18770" extrusionOk="0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6" name="Figure">
            <a:extLst>
              <a:ext uri="{FF2B5EF4-FFF2-40B4-BE49-F238E27FC236}">
                <a16:creationId xmlns:a16="http://schemas.microsoft.com/office/drawing/2014/main" id="{A3638349-9CD9-430D-99DB-C2B0F278F4AC}"/>
              </a:ext>
            </a:extLst>
          </p:cNvPr>
          <p:cNvSpPr/>
          <p:nvPr userDrawn="1"/>
        </p:nvSpPr>
        <p:spPr>
          <a:xfrm rot="10800000">
            <a:off x="1487488" y="1643744"/>
            <a:ext cx="724406" cy="6899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202" h="18783" extrusionOk="0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992B16-E765-430F-BC89-DE8C32948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325CB3F-26C9-44D7-A7CB-40F86C5CE4B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461E81A0-E5DA-4EAB-9A9D-BE912C0743A4}"/>
              </a:ext>
            </a:extLst>
          </p:cNvPr>
          <p:cNvSpPr txBox="1">
            <a:spLocks/>
          </p:cNvSpPr>
          <p:nvPr userDrawn="1"/>
        </p:nvSpPr>
        <p:spPr>
          <a:xfrm>
            <a:off x="654164" y="636122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914354" rtl="0" eaLnBrk="1" latinLnBrk="0" hangingPunct="1">
              <a:defRPr sz="24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dirty="0">
                <a:solidFill>
                  <a:srgbClr val="E7B881"/>
                </a:solidFill>
                <a:latin typeface="Arial Black" panose="020B0A04020102020204" pitchFamily="34" charset="0"/>
              </a:rPr>
              <a:t>C</a:t>
            </a:r>
            <a:r>
              <a:rPr lang="en-US" sz="2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966497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Big Let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A99D1-0EB2-4F85-B3D4-6C023514A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5552182" cy="2852737"/>
          </a:xfrm>
        </p:spPr>
        <p:txBody>
          <a:bodyPr lIns="0" anchor="b">
            <a:noAutofit/>
          </a:bodyPr>
          <a:lstStyle>
            <a:lvl1pPr>
              <a:defRPr sz="115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5DBC6-1891-4D4E-9B5A-BDCEB78A67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23A92-51DF-4C54-8C80-1CB70C893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by Amaid Zia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992B16-E765-430F-BC89-DE8C32948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CB3F-26C9-44D7-A7CB-40F86C5CE4B1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BD05D1D-5FB4-4F4A-B9D3-9E6F632B7EAC}"/>
              </a:ext>
            </a:extLst>
          </p:cNvPr>
          <p:cNvGrpSpPr/>
          <p:nvPr userDrawn="1"/>
        </p:nvGrpSpPr>
        <p:grpSpPr>
          <a:xfrm>
            <a:off x="5231904" y="-1"/>
            <a:ext cx="6960097" cy="6661131"/>
            <a:chOff x="6384032" y="0"/>
            <a:chExt cx="5807969" cy="5558492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6E6B168-566B-473C-AA14-D312485321F1}"/>
                </a:ext>
              </a:extLst>
            </p:cNvPr>
            <p:cNvSpPr/>
            <p:nvPr userDrawn="1"/>
          </p:nvSpPr>
          <p:spPr>
            <a:xfrm>
              <a:off x="8329881" y="1"/>
              <a:ext cx="3862120" cy="4184987"/>
            </a:xfrm>
            <a:custGeom>
              <a:avLst/>
              <a:gdLst>
                <a:gd name="connsiteX0" fmla="*/ 72632 w 3862120"/>
                <a:gd name="connsiteY0" fmla="*/ 0 h 4184987"/>
                <a:gd name="connsiteX1" fmla="*/ 3862120 w 3862120"/>
                <a:gd name="connsiteY1" fmla="*/ 0 h 4184987"/>
                <a:gd name="connsiteX2" fmla="*/ 3862120 w 3862120"/>
                <a:gd name="connsiteY2" fmla="*/ 4018645 h 4184987"/>
                <a:gd name="connsiteX3" fmla="*/ 3849798 w 3862120"/>
                <a:gd name="connsiteY3" fmla="*/ 4027418 h 4184987"/>
                <a:gd name="connsiteX4" fmla="*/ 3409263 w 3862120"/>
                <a:gd name="connsiteY4" fmla="*/ 4179440 h 4184987"/>
                <a:gd name="connsiteX5" fmla="*/ 11722 w 3862120"/>
                <a:gd name="connsiteY5" fmla="*/ 786066 h 4184987"/>
                <a:gd name="connsiteX6" fmla="*/ 49002 w 3862120"/>
                <a:gd name="connsiteY6" fmla="*/ 88876 h 4184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62120" h="4184987">
                  <a:moveTo>
                    <a:pt x="72632" y="0"/>
                  </a:moveTo>
                  <a:lnTo>
                    <a:pt x="3862120" y="0"/>
                  </a:lnTo>
                  <a:lnTo>
                    <a:pt x="3862120" y="4018645"/>
                  </a:lnTo>
                  <a:lnTo>
                    <a:pt x="3849798" y="4027418"/>
                  </a:lnTo>
                  <a:cubicBezTo>
                    <a:pt x="3719683" y="4109955"/>
                    <a:pt x="3573386" y="4162923"/>
                    <a:pt x="3409263" y="4179440"/>
                  </a:cubicBezTo>
                  <a:cubicBezTo>
                    <a:pt x="2096287" y="4311293"/>
                    <a:pt x="139121" y="2061203"/>
                    <a:pt x="11722" y="786066"/>
                  </a:cubicBezTo>
                  <a:cubicBezTo>
                    <a:pt x="-12601" y="547032"/>
                    <a:pt x="1454" y="312714"/>
                    <a:pt x="49002" y="88876"/>
                  </a:cubicBezTo>
                  <a:close/>
                </a:path>
              </a:pathLst>
            </a:custGeom>
            <a:solidFill>
              <a:schemeClr val="accent6"/>
            </a:solidFill>
            <a:ln w="12700">
              <a:miter lim="400000"/>
            </a:ln>
          </p:spPr>
          <p:txBody>
            <a:bodyPr wrap="square" lIns="38100" tIns="38100" rIns="38100" bIns="38100" anchor="ctr">
              <a:noAutofit/>
            </a:bodyPr>
            <a:lstStyle/>
            <a:p>
              <a:pPr marL="0" marR="0" lvl="0" indent="0" algn="ctr" defTabSz="4572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Gill Sans"/>
                <a:sym typeface="Gill Sans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E96AA19-84B7-430D-8805-1FC9E3124763}"/>
                </a:ext>
              </a:extLst>
            </p:cNvPr>
            <p:cNvSpPr/>
            <p:nvPr userDrawn="1"/>
          </p:nvSpPr>
          <p:spPr>
            <a:xfrm>
              <a:off x="7390509" y="0"/>
              <a:ext cx="4801492" cy="4017462"/>
            </a:xfrm>
            <a:custGeom>
              <a:avLst/>
              <a:gdLst>
                <a:gd name="connsiteX0" fmla="*/ 2063453 w 4801492"/>
                <a:gd name="connsiteY0" fmla="*/ 0 h 4017462"/>
                <a:gd name="connsiteX1" fmla="*/ 4801492 w 4801492"/>
                <a:gd name="connsiteY1" fmla="*/ 0 h 4017462"/>
                <a:gd name="connsiteX2" fmla="*/ 4801492 w 4801492"/>
                <a:gd name="connsiteY2" fmla="*/ 3620618 h 4017462"/>
                <a:gd name="connsiteX3" fmla="*/ 4540736 w 4801492"/>
                <a:gd name="connsiteY3" fmla="*/ 3716067 h 4017462"/>
                <a:gd name="connsiteX4" fmla="*/ 3663094 w 4801492"/>
                <a:gd name="connsiteY4" fmla="*/ 3936581 h 4017462"/>
                <a:gd name="connsiteX5" fmla="*/ 88907 w 4801492"/>
                <a:gd name="connsiteY5" fmla="*/ 3068732 h 4017462"/>
                <a:gd name="connsiteX6" fmla="*/ 1919217 w 4801492"/>
                <a:gd name="connsiteY6" fmla="*/ 89093 h 4017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801492" h="4017462">
                  <a:moveTo>
                    <a:pt x="2063453" y="0"/>
                  </a:moveTo>
                  <a:lnTo>
                    <a:pt x="4801492" y="0"/>
                  </a:lnTo>
                  <a:lnTo>
                    <a:pt x="4801492" y="3620618"/>
                  </a:lnTo>
                  <a:lnTo>
                    <a:pt x="4540736" y="3716067"/>
                  </a:lnTo>
                  <a:cubicBezTo>
                    <a:pt x="4233752" y="3819100"/>
                    <a:pt x="3933647" y="3892546"/>
                    <a:pt x="3663094" y="3936581"/>
                  </a:cubicBezTo>
                  <a:cubicBezTo>
                    <a:pt x="2220509" y="4171435"/>
                    <a:pt x="473668" y="3898601"/>
                    <a:pt x="88907" y="3068732"/>
                  </a:cubicBezTo>
                  <a:cubicBezTo>
                    <a:pt x="-310361" y="2209732"/>
                    <a:pt x="694404" y="899190"/>
                    <a:pt x="1919217" y="89093"/>
                  </a:cubicBezTo>
                  <a:close/>
                </a:path>
              </a:pathLst>
            </a:custGeom>
            <a:solidFill>
              <a:srgbClr val="8DB1C4">
                <a:alpha val="80000"/>
              </a:srgbClr>
            </a:solidFill>
            <a:ln w="12700">
              <a:miter lim="400000"/>
            </a:ln>
          </p:spPr>
          <p:txBody>
            <a:bodyPr wrap="square" lIns="38100" tIns="38100" rIns="38100" bIns="38100" anchor="ctr">
              <a:noAutofit/>
            </a:bodyPr>
            <a:lstStyle/>
            <a:p>
              <a:pPr marL="0" marR="0" lvl="0" indent="0" algn="ctr" defTabSz="4572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Gill Sans"/>
                <a:sym typeface="Gill Sans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5505493-CC1B-41AE-918B-437E8B2856BA}"/>
                </a:ext>
              </a:extLst>
            </p:cNvPr>
            <p:cNvSpPr/>
            <p:nvPr userDrawn="1"/>
          </p:nvSpPr>
          <p:spPr>
            <a:xfrm>
              <a:off x="6831384" y="0"/>
              <a:ext cx="5360617" cy="3642236"/>
            </a:xfrm>
            <a:custGeom>
              <a:avLst/>
              <a:gdLst>
                <a:gd name="connsiteX0" fmla="*/ 320472 w 5360617"/>
                <a:gd name="connsiteY0" fmla="*/ 0 h 3642236"/>
                <a:gd name="connsiteX1" fmla="*/ 5360617 w 5360617"/>
                <a:gd name="connsiteY1" fmla="*/ 0 h 3642236"/>
                <a:gd name="connsiteX2" fmla="*/ 5360617 w 5360617"/>
                <a:gd name="connsiteY2" fmla="*/ 3227025 h 3642236"/>
                <a:gd name="connsiteX3" fmla="*/ 5351732 w 5360617"/>
                <a:gd name="connsiteY3" fmla="*/ 3232995 h 3642236"/>
                <a:gd name="connsiteX4" fmla="*/ 4028504 w 5360617"/>
                <a:gd name="connsiteY4" fmla="*/ 3642236 h 3642236"/>
                <a:gd name="connsiteX5" fmla="*/ 0 w 5360617"/>
                <a:gd name="connsiteY5" fmla="*/ 624863 h 3642236"/>
                <a:gd name="connsiteX6" fmla="*/ 286013 w 5360617"/>
                <a:gd name="connsiteY6" fmla="*/ 23255 h 3642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60617" h="3642236">
                  <a:moveTo>
                    <a:pt x="320472" y="0"/>
                  </a:moveTo>
                  <a:lnTo>
                    <a:pt x="5360617" y="0"/>
                  </a:lnTo>
                  <a:lnTo>
                    <a:pt x="5360617" y="3227025"/>
                  </a:lnTo>
                  <a:lnTo>
                    <a:pt x="5351732" y="3232995"/>
                  </a:lnTo>
                  <a:cubicBezTo>
                    <a:pt x="4933670" y="3488463"/>
                    <a:pt x="4475851" y="3642236"/>
                    <a:pt x="4028504" y="3642236"/>
                  </a:cubicBezTo>
                  <a:cubicBezTo>
                    <a:pt x="2596996" y="3642236"/>
                    <a:pt x="0" y="2067594"/>
                    <a:pt x="0" y="624863"/>
                  </a:cubicBezTo>
                  <a:cubicBezTo>
                    <a:pt x="0" y="354352"/>
                    <a:pt x="105767" y="161846"/>
                    <a:pt x="286013" y="23255"/>
                  </a:cubicBezTo>
                  <a:close/>
                </a:path>
              </a:pathLst>
            </a:custGeom>
            <a:solidFill>
              <a:schemeClr val="accent3">
                <a:alpha val="80000"/>
              </a:schemeClr>
            </a:solidFill>
            <a:ln w="12700">
              <a:miter lim="400000"/>
            </a:ln>
          </p:spPr>
          <p:txBody>
            <a:bodyPr wrap="square" lIns="38100" tIns="38100" rIns="38100" bIns="38100" anchor="ctr">
              <a:noAutofit/>
            </a:bodyPr>
            <a:lstStyle/>
            <a:p>
              <a:pPr marL="0" marR="0" lvl="0" indent="0" algn="ctr" defTabSz="4572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Gill Sans"/>
                <a:sym typeface="Gill Sans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181426F-5F00-40E9-AA9A-0496C69403A1}"/>
                </a:ext>
              </a:extLst>
            </p:cNvPr>
            <p:cNvSpPr/>
            <p:nvPr userDrawn="1"/>
          </p:nvSpPr>
          <p:spPr>
            <a:xfrm>
              <a:off x="11397987" y="3867634"/>
              <a:ext cx="794014" cy="1182847"/>
            </a:xfrm>
            <a:custGeom>
              <a:avLst/>
              <a:gdLst>
                <a:gd name="connsiteX0" fmla="*/ 794014 w 794014"/>
                <a:gd name="connsiteY0" fmla="*/ 0 h 1182847"/>
                <a:gd name="connsiteX1" fmla="*/ 794014 w 794014"/>
                <a:gd name="connsiteY1" fmla="*/ 1127001 h 1182847"/>
                <a:gd name="connsiteX2" fmla="*/ 772413 w 794014"/>
                <a:gd name="connsiteY2" fmla="*/ 1134386 h 1182847"/>
                <a:gd name="connsiteX3" fmla="*/ 89247 w 794014"/>
                <a:gd name="connsiteY3" fmla="*/ 1098613 h 1182847"/>
                <a:gd name="connsiteX4" fmla="*/ 265906 w 794014"/>
                <a:gd name="connsiteY4" fmla="*/ 295654 h 1182847"/>
                <a:gd name="connsiteX5" fmla="*/ 696781 w 794014"/>
                <a:gd name="connsiteY5" fmla="*/ 18560 h 1182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94014" h="1182847">
                  <a:moveTo>
                    <a:pt x="794014" y="0"/>
                  </a:moveTo>
                  <a:lnTo>
                    <a:pt x="794014" y="1127001"/>
                  </a:lnTo>
                  <a:lnTo>
                    <a:pt x="772413" y="1134386"/>
                  </a:lnTo>
                  <a:cubicBezTo>
                    <a:pt x="496558" y="1208896"/>
                    <a:pt x="195467" y="1197878"/>
                    <a:pt x="89247" y="1098613"/>
                  </a:cubicBezTo>
                  <a:cubicBezTo>
                    <a:pt x="-80777" y="939851"/>
                    <a:pt x="-224" y="579696"/>
                    <a:pt x="265906" y="295654"/>
                  </a:cubicBezTo>
                  <a:cubicBezTo>
                    <a:pt x="399007" y="154723"/>
                    <a:pt x="553905" y="59098"/>
                    <a:pt x="696781" y="18560"/>
                  </a:cubicBez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 w="12700">
              <a:miter lim="400000"/>
            </a:ln>
          </p:spPr>
          <p:txBody>
            <a:bodyPr wrap="square" lIns="38100" tIns="38100" rIns="38100" bIns="38100" anchor="ctr">
              <a:noAutofit/>
            </a:bodyPr>
            <a:lstStyle/>
            <a:p>
              <a:pPr marL="0" marR="0" lvl="0" indent="0" algn="ctr" defTabSz="4572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Gill Sans"/>
                <a:sym typeface="Gill Sans"/>
              </a:endParaRPr>
            </a:p>
          </p:txBody>
        </p:sp>
        <p:sp>
          <p:nvSpPr>
            <p:cNvPr id="11" name="Figure">
              <a:extLst>
                <a:ext uri="{FF2B5EF4-FFF2-40B4-BE49-F238E27FC236}">
                  <a16:creationId xmlns:a16="http://schemas.microsoft.com/office/drawing/2014/main" id="{02F9D22C-FFCD-4847-91CD-37F4DCBD6075}"/>
                </a:ext>
              </a:extLst>
            </p:cNvPr>
            <p:cNvSpPr/>
            <p:nvPr userDrawn="1"/>
          </p:nvSpPr>
          <p:spPr>
            <a:xfrm>
              <a:off x="6384032" y="1648242"/>
              <a:ext cx="875650" cy="8921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088" h="18770" extrusionOk="0">
                  <a:moveTo>
                    <a:pt x="18567" y="15982"/>
                  </a:moveTo>
                  <a:cubicBezTo>
                    <a:pt x="20371" y="12782"/>
                    <a:pt x="17299" y="3276"/>
                    <a:pt x="12326" y="688"/>
                  </a:cubicBezTo>
                  <a:cubicBezTo>
                    <a:pt x="7352" y="-1900"/>
                    <a:pt x="2379" y="3418"/>
                    <a:pt x="575" y="6665"/>
                  </a:cubicBezTo>
                  <a:cubicBezTo>
                    <a:pt x="-1229" y="9865"/>
                    <a:pt x="1355" y="14571"/>
                    <a:pt x="6329" y="17159"/>
                  </a:cubicBezTo>
                  <a:cubicBezTo>
                    <a:pt x="11253" y="19700"/>
                    <a:pt x="16763" y="19182"/>
                    <a:pt x="18567" y="15982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 marL="0" marR="0" lvl="0" indent="0" algn="ctr" defTabSz="4572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Gill Sans"/>
                <a:sym typeface="Gill Sans"/>
              </a:endParaRPr>
            </a:p>
          </p:txBody>
        </p:sp>
        <p:sp>
          <p:nvSpPr>
            <p:cNvPr id="12" name="Figure">
              <a:extLst>
                <a:ext uri="{FF2B5EF4-FFF2-40B4-BE49-F238E27FC236}">
                  <a16:creationId xmlns:a16="http://schemas.microsoft.com/office/drawing/2014/main" id="{7CFEC0CE-FB43-4333-9853-7B5924F208AC}"/>
                </a:ext>
              </a:extLst>
            </p:cNvPr>
            <p:cNvSpPr/>
            <p:nvPr userDrawn="1"/>
          </p:nvSpPr>
          <p:spPr>
            <a:xfrm>
              <a:off x="10139329" y="4982756"/>
              <a:ext cx="604493" cy="5757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202" h="18783" extrusionOk="0">
                  <a:moveTo>
                    <a:pt x="402" y="2508"/>
                  </a:moveTo>
                  <a:cubicBezTo>
                    <a:pt x="-1232" y="5646"/>
                    <a:pt x="2321" y="15132"/>
                    <a:pt x="7365" y="17978"/>
                  </a:cubicBezTo>
                  <a:cubicBezTo>
                    <a:pt x="12410" y="20751"/>
                    <a:pt x="17100" y="15716"/>
                    <a:pt x="18734" y="12651"/>
                  </a:cubicBezTo>
                  <a:cubicBezTo>
                    <a:pt x="20368" y="9513"/>
                    <a:pt x="17597" y="4770"/>
                    <a:pt x="12481" y="1997"/>
                  </a:cubicBezTo>
                  <a:cubicBezTo>
                    <a:pt x="7436" y="-849"/>
                    <a:pt x="2036" y="-630"/>
                    <a:pt x="402" y="2508"/>
                  </a:cubicBezTo>
                  <a:close/>
                </a:path>
              </a:pathLst>
            </a:custGeom>
            <a:solidFill>
              <a:schemeClr val="accent2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 marL="0" marR="0" lvl="0" indent="0" algn="ctr" defTabSz="4572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Gill Sans"/>
                <a:sym typeface="Gill Sans"/>
              </a:endParaRPr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12C654-15CF-4512-B9CF-6D5995C9A65F}"/>
              </a:ext>
            </a:extLst>
          </p:cNvPr>
          <p:cNvSpPr txBox="1">
            <a:spLocks/>
          </p:cNvSpPr>
          <p:nvPr userDrawn="1"/>
        </p:nvSpPr>
        <p:spPr>
          <a:xfrm>
            <a:off x="654164" y="636122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914354" rtl="0" eaLnBrk="1" latinLnBrk="0" hangingPunct="1">
              <a:defRPr sz="24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dirty="0">
                <a:solidFill>
                  <a:srgbClr val="E7B881"/>
                </a:solidFill>
                <a:latin typeface="Arial Black" panose="020B0A04020102020204" pitchFamily="34" charset="0"/>
              </a:rPr>
              <a:t>C</a:t>
            </a:r>
            <a:r>
              <a:rPr lang="en-US" sz="2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37350340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modified_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D417A-FFFC-4C38-B511-2722630CD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C8D7D-4E0A-454B-A79D-902EC54DE9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 marL="228600" indent="-228600">
              <a:buClr>
                <a:srgbClr val="C00000"/>
              </a:buClr>
              <a:buSzPct val="150000"/>
              <a:buFont typeface="Calibri" panose="020F0502020204030204" pitchFamily="34" charset="0"/>
              <a:buChar char="•"/>
              <a:defRPr/>
            </a:lvl1pPr>
            <a:lvl2pPr marL="685800" indent="-228600">
              <a:buClr>
                <a:srgbClr val="C00000"/>
              </a:buClr>
              <a:buSzPct val="150000"/>
              <a:buFont typeface="Calibri" panose="020F0502020204030204" pitchFamily="34" charset="0"/>
              <a:buChar char="•"/>
              <a:defRPr/>
            </a:lvl2pPr>
            <a:lvl3pPr marL="1143000" indent="-228600">
              <a:buClr>
                <a:srgbClr val="C00000"/>
              </a:buClr>
              <a:buSzPct val="150000"/>
              <a:buFont typeface="Calibri" panose="020F0502020204030204" pitchFamily="34" charset="0"/>
              <a:buChar char="•"/>
              <a:defRPr/>
            </a:lvl3pPr>
            <a:lvl4pPr marL="1600200" indent="-228600">
              <a:buClr>
                <a:srgbClr val="C00000"/>
              </a:buClr>
              <a:buSzPct val="150000"/>
              <a:buFont typeface="Calibri" panose="020F0502020204030204" pitchFamily="34" charset="0"/>
              <a:buChar char="•"/>
              <a:defRPr/>
            </a:lvl4pPr>
            <a:lvl5pPr marL="2057400" indent="-228600">
              <a:buClr>
                <a:srgbClr val="C00000"/>
              </a:buClr>
              <a:buSzPct val="150000"/>
              <a:buFont typeface="Calibri" panose="020F050202020403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04BDBD-06AB-4C31-B0F2-5DD5B4BE07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 marL="228600" indent="-228600">
              <a:buClr>
                <a:srgbClr val="C00000"/>
              </a:buClr>
              <a:buSzPct val="150000"/>
              <a:buFont typeface="Calibri" panose="020F0502020204030204" pitchFamily="34" charset="0"/>
              <a:buChar char="•"/>
              <a:defRPr/>
            </a:lvl1pPr>
            <a:lvl2pPr marL="685800" indent="-228600">
              <a:buClr>
                <a:srgbClr val="C00000"/>
              </a:buClr>
              <a:buSzPct val="150000"/>
              <a:buFont typeface="Calibri" panose="020F0502020204030204" pitchFamily="34" charset="0"/>
              <a:buChar char="•"/>
              <a:defRPr/>
            </a:lvl2pPr>
            <a:lvl3pPr marL="1143000" indent="-228600">
              <a:buClr>
                <a:srgbClr val="C00000"/>
              </a:buClr>
              <a:buSzPct val="150000"/>
              <a:buFont typeface="Calibri" panose="020F0502020204030204" pitchFamily="34" charset="0"/>
              <a:buChar char="•"/>
              <a:defRPr/>
            </a:lvl3pPr>
            <a:lvl4pPr marL="1600200" indent="-228600">
              <a:buClr>
                <a:srgbClr val="C00000"/>
              </a:buClr>
              <a:buSzPct val="150000"/>
              <a:buFont typeface="Calibri" panose="020F0502020204030204" pitchFamily="34" charset="0"/>
              <a:buChar char="•"/>
              <a:defRPr/>
            </a:lvl4pPr>
            <a:lvl5pPr marL="2057400" indent="-228600">
              <a:buClr>
                <a:srgbClr val="C00000"/>
              </a:buClr>
              <a:buSzPct val="150000"/>
              <a:buFont typeface="Calibri" panose="020F050202020403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E38BFA-BFF6-490C-A0BA-416294EFC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by Amaid Zia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5CF87B-2F0A-4942-B880-E8B34C5BD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CB3F-26C9-44D7-A7CB-40F86C5CE4B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D133FDA9-ACC3-4BE7-B32B-1D243ECA0140}"/>
              </a:ext>
            </a:extLst>
          </p:cNvPr>
          <p:cNvSpPr txBox="1">
            <a:spLocks/>
          </p:cNvSpPr>
          <p:nvPr userDrawn="1"/>
        </p:nvSpPr>
        <p:spPr>
          <a:xfrm>
            <a:off x="654164" y="636122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914354" rtl="0" eaLnBrk="1" latinLnBrk="0" hangingPunct="1">
              <a:defRPr sz="24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dirty="0">
                <a:solidFill>
                  <a:srgbClr val="C00000"/>
                </a:solidFill>
                <a:latin typeface="Arial Black" panose="020B0A04020102020204" pitchFamily="34" charset="0"/>
              </a:rPr>
              <a:t>C</a:t>
            </a:r>
            <a:r>
              <a:rPr lang="en-US" sz="2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37122473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ADDE6-2F8A-471E-A518-BB13DA06D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49B972-84A1-4343-BCEB-B050BA697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by Amaid Zia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8FF48D-D008-47E7-B3ED-D6F0B4FF1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CB3F-26C9-44D7-A7CB-40F86C5CE4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C74AA83-3AF4-4825-AD7F-08410963A9A3}"/>
              </a:ext>
            </a:extLst>
          </p:cNvPr>
          <p:cNvSpPr txBox="1">
            <a:spLocks/>
          </p:cNvSpPr>
          <p:nvPr userDrawn="1"/>
        </p:nvSpPr>
        <p:spPr>
          <a:xfrm>
            <a:off x="654164" y="636122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914354" rtl="0" eaLnBrk="1" latinLnBrk="0" hangingPunct="1">
              <a:defRPr sz="24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dirty="0">
                <a:solidFill>
                  <a:srgbClr val="E7B881"/>
                </a:solidFill>
                <a:latin typeface="Arial Black" panose="020B0A04020102020204" pitchFamily="34" charset="0"/>
              </a:rPr>
              <a:t>C</a:t>
            </a:r>
            <a:r>
              <a:rPr lang="en-US" sz="2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141790960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2BE77-6C43-40AD-ABCF-E64E36A51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5270" y="136525"/>
            <a:ext cx="8428529" cy="1132235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54B79-E7FE-48ED-B0DA-7D78B7035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by Amaid Zia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E6126-25F8-4B03-BBC1-DF5D33FFE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CB3F-26C9-44D7-A7CB-40F86C5CE4B1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4C2378E-37F4-4D35-A4CE-098A70BB67C3}"/>
              </a:ext>
            </a:extLst>
          </p:cNvPr>
          <p:cNvSpPr/>
          <p:nvPr userDrawn="1"/>
        </p:nvSpPr>
        <p:spPr>
          <a:xfrm>
            <a:off x="861777" y="-2072"/>
            <a:ext cx="1197858" cy="1389174"/>
          </a:xfrm>
          <a:custGeom>
            <a:avLst/>
            <a:gdLst>
              <a:gd name="connsiteX0" fmla="*/ 272811 w 1197858"/>
              <a:gd name="connsiteY0" fmla="*/ 0 h 1389174"/>
              <a:gd name="connsiteX1" fmla="*/ 924678 w 1197858"/>
              <a:gd name="connsiteY1" fmla="*/ 0 h 1389174"/>
              <a:gd name="connsiteX2" fmla="*/ 974454 w 1197858"/>
              <a:gd name="connsiteY2" fmla="*/ 32247 h 1389174"/>
              <a:gd name="connsiteX3" fmla="*/ 1189160 w 1197858"/>
              <a:gd name="connsiteY3" fmla="*/ 421913 h 1389174"/>
              <a:gd name="connsiteX4" fmla="*/ 850459 w 1197858"/>
              <a:gd name="connsiteY4" fmla="*/ 1387791 h 1389174"/>
              <a:gd name="connsiteX5" fmla="*/ 2923 w 1197858"/>
              <a:gd name="connsiteY5" fmla="*/ 541295 h 1389174"/>
              <a:gd name="connsiteX6" fmla="*/ 216245 w 1197858"/>
              <a:gd name="connsiteY6" fmla="*/ 37481 h 1389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97858" h="1389174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wrap="square" lIns="38100" tIns="38100" rIns="38100" bIns="38100" anchor="ctr">
            <a:noAutofit/>
          </a:bodyPr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5" name="Figure">
            <a:extLst>
              <a:ext uri="{FF2B5EF4-FFF2-40B4-BE49-F238E27FC236}">
                <a16:creationId xmlns:a16="http://schemas.microsoft.com/office/drawing/2014/main" id="{F4657BEA-DC8F-4BE7-BF7C-680143DD0533}"/>
              </a:ext>
            </a:extLst>
          </p:cNvPr>
          <p:cNvSpPr/>
          <p:nvPr userDrawn="1"/>
        </p:nvSpPr>
        <p:spPr>
          <a:xfrm>
            <a:off x="627460" y="140534"/>
            <a:ext cx="1772074" cy="1204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589" h="18693" extrusionOk="0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6" name="Figure">
            <a:extLst>
              <a:ext uri="{FF2B5EF4-FFF2-40B4-BE49-F238E27FC236}">
                <a16:creationId xmlns:a16="http://schemas.microsoft.com/office/drawing/2014/main" id="{8D24ED71-D1A6-4B3D-92ED-855ED2F859DB}"/>
              </a:ext>
            </a:extLst>
          </p:cNvPr>
          <p:cNvSpPr/>
          <p:nvPr userDrawn="1"/>
        </p:nvSpPr>
        <p:spPr>
          <a:xfrm>
            <a:off x="487968" y="51259"/>
            <a:ext cx="1745881" cy="12004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9116" extrusionOk="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8" name="Figure">
            <a:extLst>
              <a:ext uri="{FF2B5EF4-FFF2-40B4-BE49-F238E27FC236}">
                <a16:creationId xmlns:a16="http://schemas.microsoft.com/office/drawing/2014/main" id="{4E29128A-65FF-46D9-9AC5-CD5F360D05FD}"/>
              </a:ext>
            </a:extLst>
          </p:cNvPr>
          <p:cNvSpPr/>
          <p:nvPr userDrawn="1"/>
        </p:nvSpPr>
        <p:spPr>
          <a:xfrm>
            <a:off x="889707" y="1402361"/>
            <a:ext cx="218435" cy="2225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088" h="18770" extrusionOk="0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9" name="Figure">
            <a:extLst>
              <a:ext uri="{FF2B5EF4-FFF2-40B4-BE49-F238E27FC236}">
                <a16:creationId xmlns:a16="http://schemas.microsoft.com/office/drawing/2014/main" id="{B3BA8C1E-A710-4F84-9924-34F2C3A20531}"/>
              </a:ext>
            </a:extLst>
          </p:cNvPr>
          <p:cNvSpPr/>
          <p:nvPr userDrawn="1"/>
        </p:nvSpPr>
        <p:spPr>
          <a:xfrm>
            <a:off x="2281390" y="140534"/>
            <a:ext cx="150794" cy="1436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202" h="18783" extrusionOk="0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A941A22-1624-42ED-B289-69DC7E776C8D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878553" y="141289"/>
            <a:ext cx="1163046" cy="11274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buNone/>
              <a:defRPr lang="en-US" sz="5400" b="1">
                <a:ea typeface="+mj-ea"/>
                <a:cs typeface="+mj-cs"/>
              </a:defRPr>
            </a:lvl1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#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91438E8A-D21E-45B9-9C4C-28139400ED5A}"/>
              </a:ext>
            </a:extLst>
          </p:cNvPr>
          <p:cNvSpPr txBox="1">
            <a:spLocks/>
          </p:cNvSpPr>
          <p:nvPr userDrawn="1"/>
        </p:nvSpPr>
        <p:spPr>
          <a:xfrm>
            <a:off x="654164" y="636122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914354" rtl="0" eaLnBrk="1" latinLnBrk="0" hangingPunct="1">
              <a:defRPr sz="24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dirty="0">
                <a:solidFill>
                  <a:srgbClr val="E7B881"/>
                </a:solidFill>
                <a:latin typeface="Arial Black" panose="020B0A04020102020204" pitchFamily="34" charset="0"/>
              </a:rPr>
              <a:t>C</a:t>
            </a:r>
            <a:r>
              <a:rPr lang="en-US" sz="2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976593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D417A-FFFC-4C38-B511-2722630CD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C8D7D-4E0A-454B-A79D-902EC54DE9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04BDBD-06AB-4C31-B0F2-5DD5B4BE07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E38BFA-BFF6-490C-A0BA-416294EFC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by Amaid Zia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5CF87B-2F0A-4942-B880-E8B34C5BD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CB3F-26C9-44D7-A7CB-40F86C5CE4B1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C684ED8-D85F-47E1-9855-2BDAF9819377}"/>
              </a:ext>
            </a:extLst>
          </p:cNvPr>
          <p:cNvSpPr txBox="1">
            <a:spLocks/>
          </p:cNvSpPr>
          <p:nvPr userDrawn="1"/>
        </p:nvSpPr>
        <p:spPr>
          <a:xfrm>
            <a:off x="654164" y="636122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914354" rtl="0" eaLnBrk="1" latinLnBrk="0" hangingPunct="1">
              <a:defRPr sz="24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dirty="0">
                <a:solidFill>
                  <a:srgbClr val="E7B881"/>
                </a:solidFill>
                <a:latin typeface="Arial Black" panose="020B0A04020102020204" pitchFamily="34" charset="0"/>
              </a:rPr>
              <a:t>C</a:t>
            </a:r>
            <a:r>
              <a:rPr lang="en-US" sz="2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150213238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ED006-0636-42F1-9CDF-76666726A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D36E0F-BBDE-45B8-A505-73F0AE507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88661E-F16E-4409-B697-46876AB7A3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5D03C0-D476-4B22-AB2A-BA13BA5C62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4A3DD0-1B03-47CD-9B52-1B55BFD74C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A505A7-5B4D-4CC0-855A-D8B27D3CA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BB9F58-8B33-4A6B-83B6-DACBFF55C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by Amaid Zia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C49A68-E101-43C8-B949-D8505E24B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CB3F-26C9-44D7-A7CB-40F86C5CE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12200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C187B-8DFC-4E18-8A9E-DEF483D42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8CF1B9-C192-4ED5-8F68-EECA74181C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B9952C-E188-44F7-B6AC-FEAD53B95E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443995-4F62-42E0-B06A-F6DF5AE82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by Amaid Zia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8A0555-7BBD-4C3E-81F3-FF0C1E2D0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CB3F-26C9-44D7-A7CB-40F86C5CE4B1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1801E0B-3A6A-4F8B-901E-D0D0D9EECB33}"/>
              </a:ext>
            </a:extLst>
          </p:cNvPr>
          <p:cNvSpPr txBox="1">
            <a:spLocks/>
          </p:cNvSpPr>
          <p:nvPr userDrawn="1"/>
        </p:nvSpPr>
        <p:spPr>
          <a:xfrm>
            <a:off x="654164" y="636122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914354" rtl="0" eaLnBrk="1" latinLnBrk="0" hangingPunct="1">
              <a:defRPr sz="24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dirty="0">
                <a:solidFill>
                  <a:srgbClr val="E7B881"/>
                </a:solidFill>
                <a:latin typeface="Arial Black" panose="020B0A04020102020204" pitchFamily="34" charset="0"/>
              </a:rPr>
              <a:t>C</a:t>
            </a:r>
            <a:r>
              <a:rPr lang="en-US" sz="2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337706328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63F18-26BE-440C-8365-DBFFCAFF1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D0AD9F-8698-4DE9-B5C3-5A411C6C5A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1F8511-FDD6-4BC9-9817-97FAF38EE4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E49A64-2BF7-4F52-8193-200FAF370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by Amaid Zia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7E87D1-7122-4984-8CBE-AAA7EC69D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CB3F-26C9-44D7-A7CB-40F86C5CE4B1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98AF219-0434-4109-BEB3-AFA1808351AF}"/>
              </a:ext>
            </a:extLst>
          </p:cNvPr>
          <p:cNvSpPr txBox="1">
            <a:spLocks/>
          </p:cNvSpPr>
          <p:nvPr userDrawn="1"/>
        </p:nvSpPr>
        <p:spPr>
          <a:xfrm>
            <a:off x="654164" y="636122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914354" rtl="0" eaLnBrk="1" latinLnBrk="0" hangingPunct="1">
              <a:defRPr sz="24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dirty="0">
                <a:solidFill>
                  <a:srgbClr val="E7B881"/>
                </a:solidFill>
                <a:latin typeface="Arial Black" panose="020B0A04020102020204" pitchFamily="34" charset="0"/>
              </a:rPr>
              <a:t>C</a:t>
            </a:r>
            <a:r>
              <a:rPr lang="en-US" sz="2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336913019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75A18-C7BB-4A58-BFDC-25892F9D1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CCC6E-55D7-4343-85BB-C0C54327A8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68ACC-43DC-4377-8A40-C0B6C151C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07C815-BA82-4032-9939-8245E0FB2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by Amaid Zia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AD39EA-5B18-4FD5-A2CE-AEC5F7F88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CB3F-26C9-44D7-A7CB-40F86C5CE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2684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5393DF-F0D3-438F-A020-FADDF18C8C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36B2C9-FF10-47A1-BB7D-7B37D1FBBF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E18FE7-5958-4284-9AC4-3C364206D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196B1-38F8-4FA2-9040-4D7BE424B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by Amaid Zia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BD1661-8695-4862-93E8-E000D83FD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CB3F-26C9-44D7-A7CB-40F86C5CE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53488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we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500" b="19391"/>
          <a:stretch/>
        </p:blipFill>
        <p:spPr>
          <a:xfrm>
            <a:off x="11096512" y="5774480"/>
            <a:ext cx="1095488" cy="108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135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D54997-06A4-499B-8E6A-8EF1A89EB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F3C88D-292F-4F8A-8FA3-E750F0E63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56792"/>
            <a:ext cx="10515600" cy="46201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8C7DAC-648B-41B2-BAA1-D87B884056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73268-5839-4ECF-A52B-BE90FB6F58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Lecture by Amaid Zia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5A0931-55D2-4DD7-B350-755D5AC96D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D325CB3F-26C9-44D7-A7CB-40F86C5CE4B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274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47" r:id="rId3"/>
    <p:sldLayoutId id="2147483914" r:id="rId4"/>
    <p:sldLayoutId id="2147483927" r:id="rId5"/>
    <p:sldLayoutId id="2147483950" r:id="rId6"/>
    <p:sldLayoutId id="2147483953" r:id="rId7"/>
    <p:sldLayoutId id="2147483955" r:id="rId8"/>
    <p:sldLayoutId id="2147483948" r:id="rId9"/>
    <p:sldLayoutId id="2147483936" r:id="rId10"/>
    <p:sldLayoutId id="2147483915" r:id="rId11"/>
    <p:sldLayoutId id="2147483951" r:id="rId12"/>
    <p:sldLayoutId id="2147483952" r:id="rId13"/>
    <p:sldLayoutId id="2147483954" r:id="rId14"/>
    <p:sldLayoutId id="2147483929" r:id="rId15"/>
    <p:sldLayoutId id="2147483945" r:id="rId16"/>
    <p:sldLayoutId id="2147483946" r:id="rId17"/>
    <p:sldLayoutId id="2147483937" r:id="rId18"/>
    <p:sldLayoutId id="2147483942" r:id="rId19"/>
    <p:sldLayoutId id="2147483943" r:id="rId20"/>
    <p:sldLayoutId id="2147483938" r:id="rId21"/>
    <p:sldLayoutId id="2147483939" r:id="rId22"/>
    <p:sldLayoutId id="2147483949" r:id="rId23"/>
    <p:sldLayoutId id="2147483918" r:id="rId24"/>
    <p:sldLayoutId id="2147483944" r:id="rId25"/>
    <p:sldLayoutId id="2147483916" r:id="rId26"/>
    <p:sldLayoutId id="2147483917" r:id="rId27"/>
    <p:sldLayoutId id="2147483920" r:id="rId28"/>
    <p:sldLayoutId id="2147483921" r:id="rId29"/>
    <p:sldLayoutId id="2147483922" r:id="rId30"/>
    <p:sldLayoutId id="2147483923" r:id="rId3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09600" y="137160"/>
            <a:ext cx="10972800" cy="707886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Rectangle 14"/>
          <p:cNvSpPr/>
          <p:nvPr/>
        </p:nvSpPr>
        <p:spPr>
          <a:xfrm rot="5400000">
            <a:off x="11604686" y="5799924"/>
            <a:ext cx="1839158" cy="276999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prstClr val="black"/>
                </a:solidFill>
              </a:rPr>
              <a:t>© Copyright Showeet.com</a:t>
            </a:r>
          </a:p>
        </p:txBody>
      </p:sp>
    </p:spTree>
    <p:extLst>
      <p:ext uri="{BB962C8B-B14F-4D97-AF65-F5344CB8AC3E}">
        <p14:creationId xmlns:p14="http://schemas.microsoft.com/office/powerpoint/2010/main" val="3974763103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r" defTabSz="914354" rtl="0" eaLnBrk="1" latinLnBrk="0" hangingPunct="1">
        <a:spcBef>
          <a:spcPct val="0"/>
        </a:spcBef>
        <a:buNone/>
        <a:defRPr lang="en-US" sz="4000" b="1" kern="1200" cap="all" normalizeH="0" baseline="0" dirty="0">
          <a:solidFill>
            <a:srgbClr val="2F3A46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342882" indent="-342882" algn="l" defTabSz="914354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>
              <a:lumMod val="7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742913" indent="-285737" algn="l" defTabSz="914354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>
              <a:lumMod val="7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2942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7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120" indent="-228589" algn="l" defTabSz="914354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>
              <a:lumMod val="7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298" indent="-228589" algn="l" defTabSz="914354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>
              <a:lumMod val="7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474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E26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38930" y="341031"/>
            <a:ext cx="2914141" cy="804743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2185947" y="2158991"/>
            <a:ext cx="7820106" cy="341632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 defTabSz="914354"/>
            <a:r>
              <a:rPr lang="en-US" sz="5400" dirty="0">
                <a:solidFill>
                  <a:schemeClr val="bg1"/>
                </a:solidFill>
                <a:latin typeface="Calibri Light" panose="020F0302020204030204" pitchFamily="34" charset="0"/>
              </a:rPr>
              <a:t>Free </a:t>
            </a:r>
            <a:r>
              <a:rPr lang="en-US" sz="5400">
                <a:solidFill>
                  <a:schemeClr val="bg1"/>
                </a:solidFill>
                <a:latin typeface="Calibri Light" panose="020F0302020204030204" pitchFamily="34" charset="0"/>
              </a:rPr>
              <a:t>creative templates</a:t>
            </a:r>
            <a:r>
              <a:rPr lang="en-US" sz="5400" dirty="0">
                <a:solidFill>
                  <a:schemeClr val="bg1"/>
                </a:solidFill>
                <a:latin typeface="Calibri Light" panose="020F0302020204030204" pitchFamily="34" charset="0"/>
              </a:rPr>
              <a:t>, charts, diagrams and maps for your outstanding presentations</a:t>
            </a:r>
          </a:p>
        </p:txBody>
      </p:sp>
    </p:spTree>
    <p:extLst>
      <p:ext uri="{BB962C8B-B14F-4D97-AF65-F5344CB8AC3E}">
        <p14:creationId xmlns:p14="http://schemas.microsoft.com/office/powerpoint/2010/main" val="3800825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</p:sldLayoutIdLst>
  <p:hf hd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4" Type="http://schemas.openxmlformats.org/officeDocument/2006/relationships/hyperlink" Target="http://www.thinkinghumanity.com/2014/06/8-great-philosophical-questions-that-well-never-solve.html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9" Type="http://schemas.openxmlformats.org/officeDocument/2006/relationships/image" Target="../media/image19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Relationship Id="rId9" Type="http://schemas.openxmlformats.org/officeDocument/2006/relationships/image" Target="../media/image13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9" Type="http://schemas.openxmlformats.org/officeDocument/2006/relationships/image" Target="../media/image19.sv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C58EDE2-9C12-4E95-AE15-1944DE2521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Mental</a:t>
            </a:r>
            <a:br>
              <a:rPr lang="en-US" dirty="0"/>
            </a:br>
            <a:r>
              <a:rPr lang="en-US" dirty="0"/>
              <a:t>Model-II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D587A3-83C9-4BD3-979A-A21E1143F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by Amaid Zia</a:t>
            </a:r>
          </a:p>
        </p:txBody>
      </p:sp>
      <p:sp>
        <p:nvSpPr>
          <p:cNvPr id="20" name="Trapezoid 19">
            <a:extLst>
              <a:ext uri="{FF2B5EF4-FFF2-40B4-BE49-F238E27FC236}">
                <a16:creationId xmlns:a16="http://schemas.microsoft.com/office/drawing/2014/main" id="{9512F00C-69E9-4B7A-97C5-6805626E5240}"/>
              </a:ext>
            </a:extLst>
          </p:cNvPr>
          <p:cNvSpPr/>
          <p:nvPr/>
        </p:nvSpPr>
        <p:spPr>
          <a:xfrm>
            <a:off x="479376" y="2636912"/>
            <a:ext cx="1776700" cy="1584176"/>
          </a:xfrm>
          <a:prstGeom prst="trapezoid">
            <a:avLst/>
          </a:prstGeom>
          <a:gradFill>
            <a:gsLst>
              <a:gs pos="0">
                <a:srgbClr val="FFFF00">
                  <a:alpha val="22000"/>
                </a:srgbClr>
              </a:gs>
              <a:gs pos="54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A3DC8D-B988-4EFD-93BF-0707ECC6803B}"/>
              </a:ext>
            </a:extLst>
          </p:cNvPr>
          <p:cNvSpPr txBox="1"/>
          <p:nvPr/>
        </p:nvSpPr>
        <p:spPr>
          <a:xfrm>
            <a:off x="5303912" y="4460267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latin typeface="Arial Black" panose="020B0A04020102020204" pitchFamily="34" charset="0"/>
              </a:rPr>
              <a:t>Lec</a:t>
            </a:r>
            <a:r>
              <a:rPr lang="en-US" sz="2400" dirty="0">
                <a:latin typeface="Arial Black" panose="020B0A04020102020204" pitchFamily="34" charset="0"/>
              </a:rPr>
              <a:t> 3</a:t>
            </a:r>
          </a:p>
        </p:txBody>
      </p:sp>
    </p:spTree>
    <p:extLst>
      <p:ext uri="{BB962C8B-B14F-4D97-AF65-F5344CB8AC3E}">
        <p14:creationId xmlns:p14="http://schemas.microsoft.com/office/powerpoint/2010/main" val="4213008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roup 87">
            <a:extLst>
              <a:ext uri="{FF2B5EF4-FFF2-40B4-BE49-F238E27FC236}">
                <a16:creationId xmlns:a16="http://schemas.microsoft.com/office/drawing/2014/main" id="{F6DCFE65-1BF7-4583-95DD-C16D26CCB0DB}"/>
              </a:ext>
            </a:extLst>
          </p:cNvPr>
          <p:cNvGrpSpPr/>
          <p:nvPr/>
        </p:nvGrpSpPr>
        <p:grpSpPr>
          <a:xfrm>
            <a:off x="3071664" y="3056439"/>
            <a:ext cx="1467402" cy="1199551"/>
            <a:chOff x="1921112" y="114053"/>
            <a:chExt cx="8110307" cy="6629895"/>
          </a:xfrm>
        </p:grpSpPr>
        <p:sp>
          <p:nvSpPr>
            <p:cNvPr id="89" name="Figure">
              <a:extLst>
                <a:ext uri="{FF2B5EF4-FFF2-40B4-BE49-F238E27FC236}">
                  <a16:creationId xmlns:a16="http://schemas.microsoft.com/office/drawing/2014/main" id="{3B74A785-3624-43BB-A740-BC0D695DFE36}"/>
                </a:ext>
              </a:extLst>
            </p:cNvPr>
            <p:cNvSpPr/>
            <p:nvPr/>
          </p:nvSpPr>
          <p:spPr>
            <a:xfrm>
              <a:off x="3867079" y="785076"/>
              <a:ext cx="4801950" cy="59588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93" h="20744" extrusionOk="0">
                  <a:moveTo>
                    <a:pt x="50" y="8912"/>
                  </a:moveTo>
                  <a:cubicBezTo>
                    <a:pt x="599" y="13351"/>
                    <a:pt x="9033" y="21184"/>
                    <a:pt x="14691" y="20725"/>
                  </a:cubicBezTo>
                  <a:cubicBezTo>
                    <a:pt x="20349" y="20265"/>
                    <a:pt x="21091" y="11684"/>
                    <a:pt x="20542" y="7246"/>
                  </a:cubicBezTo>
                  <a:cubicBezTo>
                    <a:pt x="19992" y="2808"/>
                    <a:pt x="14951" y="-416"/>
                    <a:pt x="9293" y="43"/>
                  </a:cubicBezTo>
                  <a:cubicBezTo>
                    <a:pt x="3636" y="503"/>
                    <a:pt x="-509" y="4474"/>
                    <a:pt x="50" y="8912"/>
                  </a:cubicBezTo>
                  <a:close/>
                </a:path>
              </a:pathLst>
            </a:custGeom>
            <a:solidFill>
              <a:schemeClr val="accent6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 marL="0" marR="0" lvl="0" indent="0" algn="ctr" defTabSz="4572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Gill Sans"/>
                <a:sym typeface="Gill Sans"/>
              </a:endParaRPr>
            </a:p>
          </p:txBody>
        </p:sp>
        <p:sp>
          <p:nvSpPr>
            <p:cNvPr id="90" name="Figure">
              <a:extLst>
                <a:ext uri="{FF2B5EF4-FFF2-40B4-BE49-F238E27FC236}">
                  <a16:creationId xmlns:a16="http://schemas.microsoft.com/office/drawing/2014/main" id="{AC1D07C2-EC37-48BA-AD95-479A2D98AA2C}"/>
                </a:ext>
              </a:extLst>
            </p:cNvPr>
            <p:cNvSpPr/>
            <p:nvPr/>
          </p:nvSpPr>
          <p:spPr>
            <a:xfrm>
              <a:off x="2927648" y="1746876"/>
              <a:ext cx="7103771" cy="48296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589" h="18693" extrusionOk="0">
                  <a:moveTo>
                    <a:pt x="245" y="15021"/>
                  </a:moveTo>
                  <a:cubicBezTo>
                    <a:pt x="1306" y="18233"/>
                    <a:pt x="6123" y="19289"/>
                    <a:pt x="10101" y="18380"/>
                  </a:cubicBezTo>
                  <a:cubicBezTo>
                    <a:pt x="14080" y="17471"/>
                    <a:pt x="20377" y="13324"/>
                    <a:pt x="19507" y="5836"/>
                  </a:cubicBezTo>
                  <a:cubicBezTo>
                    <a:pt x="19168" y="2918"/>
                    <a:pt x="16966" y="-2311"/>
                    <a:pt x="8751" y="1135"/>
                  </a:cubicBezTo>
                  <a:cubicBezTo>
                    <a:pt x="4192" y="3048"/>
                    <a:pt x="-1223" y="10588"/>
                    <a:pt x="245" y="15021"/>
                  </a:cubicBezTo>
                  <a:close/>
                </a:path>
              </a:pathLst>
            </a:custGeom>
            <a:solidFill>
              <a:srgbClr val="8DB1C4">
                <a:alpha val="80000"/>
              </a:srgbClr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 marL="0" marR="0" lvl="0" indent="0" algn="ctr" defTabSz="4572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Gill Sans"/>
                <a:sym typeface="Gill Sans"/>
              </a:endParaRPr>
            </a:p>
          </p:txBody>
        </p:sp>
        <p:sp>
          <p:nvSpPr>
            <p:cNvPr id="91" name="Figure">
              <a:extLst>
                <a:ext uri="{FF2B5EF4-FFF2-40B4-BE49-F238E27FC236}">
                  <a16:creationId xmlns:a16="http://schemas.microsoft.com/office/drawing/2014/main" id="{7A3EBCD5-9F52-4EE8-A2A4-00D82F2DD40B}"/>
                </a:ext>
              </a:extLst>
            </p:cNvPr>
            <p:cNvSpPr/>
            <p:nvPr/>
          </p:nvSpPr>
          <p:spPr>
            <a:xfrm>
              <a:off x="2368461" y="1388997"/>
              <a:ext cx="6998772" cy="48122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9116" extrusionOk="0">
                  <a:moveTo>
                    <a:pt x="0" y="7130"/>
                  </a:moveTo>
                  <a:cubicBezTo>
                    <a:pt x="0" y="12861"/>
                    <a:pt x="8015" y="19116"/>
                    <a:pt x="12433" y="19116"/>
                  </a:cubicBezTo>
                  <a:cubicBezTo>
                    <a:pt x="16851" y="19116"/>
                    <a:pt x="21600" y="12861"/>
                    <a:pt x="21600" y="7130"/>
                  </a:cubicBezTo>
                  <a:cubicBezTo>
                    <a:pt x="21600" y="1399"/>
                    <a:pt x="19736" y="-2484"/>
                    <a:pt x="13206" y="1861"/>
                  </a:cubicBezTo>
                  <a:cubicBezTo>
                    <a:pt x="9285" y="4482"/>
                    <a:pt x="0" y="1399"/>
                    <a:pt x="0" y="7130"/>
                  </a:cubicBez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 lvl="0" algn="ctr" defTabSz="457200" hangingPunct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r>
                <a:rPr lang="en-US" sz="3600" b="1" kern="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sym typeface="Gill Sans"/>
                </a:rPr>
                <a:t>02</a:t>
              </a: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Gill Sans"/>
                <a:sym typeface="Gill Sans"/>
              </a:endParaRPr>
            </a:p>
          </p:txBody>
        </p:sp>
        <p:sp>
          <p:nvSpPr>
            <p:cNvPr id="92" name="Figure">
              <a:extLst>
                <a:ext uri="{FF2B5EF4-FFF2-40B4-BE49-F238E27FC236}">
                  <a16:creationId xmlns:a16="http://schemas.microsoft.com/office/drawing/2014/main" id="{0602B3D1-34D0-4EC2-93F9-52121D9D7836}"/>
                </a:ext>
              </a:extLst>
            </p:cNvPr>
            <p:cNvSpPr/>
            <p:nvPr/>
          </p:nvSpPr>
          <p:spPr>
            <a:xfrm>
              <a:off x="6730112" y="114053"/>
              <a:ext cx="1313884" cy="11862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415" h="19060" extrusionOk="0">
                  <a:moveTo>
                    <a:pt x="1251" y="17706"/>
                  </a:moveTo>
                  <a:cubicBezTo>
                    <a:pt x="3633" y="20258"/>
                    <a:pt x="13007" y="19180"/>
                    <a:pt x="16737" y="14651"/>
                  </a:cubicBezTo>
                  <a:cubicBezTo>
                    <a:pt x="20468" y="10087"/>
                    <a:pt x="17145" y="3797"/>
                    <a:pt x="14794" y="1210"/>
                  </a:cubicBezTo>
                  <a:cubicBezTo>
                    <a:pt x="12411" y="-1342"/>
                    <a:pt x="7458" y="275"/>
                    <a:pt x="3727" y="4804"/>
                  </a:cubicBezTo>
                  <a:cubicBezTo>
                    <a:pt x="-3" y="9368"/>
                    <a:pt x="-1132" y="15155"/>
                    <a:pt x="1251" y="17706"/>
                  </a:cubicBez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 marL="0" marR="0" lvl="0" indent="0" algn="ctr" defTabSz="4572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Gill Sans"/>
                <a:sym typeface="Gill Sans"/>
              </a:endParaRPr>
            </a:p>
          </p:txBody>
        </p:sp>
        <p:sp>
          <p:nvSpPr>
            <p:cNvPr id="93" name="Figure">
              <a:extLst>
                <a:ext uri="{FF2B5EF4-FFF2-40B4-BE49-F238E27FC236}">
                  <a16:creationId xmlns:a16="http://schemas.microsoft.com/office/drawing/2014/main" id="{C94444AD-F449-48FE-A024-C229BBE1AEE5}"/>
                </a:ext>
              </a:extLst>
            </p:cNvPr>
            <p:cNvSpPr/>
            <p:nvPr/>
          </p:nvSpPr>
          <p:spPr>
            <a:xfrm>
              <a:off x="1921112" y="4207292"/>
              <a:ext cx="875650" cy="8921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088" h="18770" extrusionOk="0">
                  <a:moveTo>
                    <a:pt x="18567" y="15982"/>
                  </a:moveTo>
                  <a:cubicBezTo>
                    <a:pt x="20371" y="12782"/>
                    <a:pt x="17299" y="3276"/>
                    <a:pt x="12326" y="688"/>
                  </a:cubicBezTo>
                  <a:cubicBezTo>
                    <a:pt x="7352" y="-1900"/>
                    <a:pt x="2379" y="3418"/>
                    <a:pt x="575" y="6665"/>
                  </a:cubicBezTo>
                  <a:cubicBezTo>
                    <a:pt x="-1229" y="9865"/>
                    <a:pt x="1355" y="14571"/>
                    <a:pt x="6329" y="17159"/>
                  </a:cubicBezTo>
                  <a:cubicBezTo>
                    <a:pt x="11253" y="19700"/>
                    <a:pt x="16763" y="19182"/>
                    <a:pt x="18567" y="15982"/>
                  </a:cubicBez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 marL="0" marR="0" lvl="0" indent="0" algn="ctr" defTabSz="4572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Gill Sans"/>
                <a:sym typeface="Gill Sans"/>
              </a:endParaRPr>
            </a:p>
          </p:txBody>
        </p:sp>
        <p:sp>
          <p:nvSpPr>
            <p:cNvPr id="94" name="Figure">
              <a:extLst>
                <a:ext uri="{FF2B5EF4-FFF2-40B4-BE49-F238E27FC236}">
                  <a16:creationId xmlns:a16="http://schemas.microsoft.com/office/drawing/2014/main" id="{4358133C-3CB3-4CC2-941F-9BB8171C26ED}"/>
                </a:ext>
              </a:extLst>
            </p:cNvPr>
            <p:cNvSpPr/>
            <p:nvPr/>
          </p:nvSpPr>
          <p:spPr>
            <a:xfrm>
              <a:off x="8765547" y="1031118"/>
              <a:ext cx="604493" cy="5757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202" h="18783" extrusionOk="0">
                  <a:moveTo>
                    <a:pt x="402" y="2508"/>
                  </a:moveTo>
                  <a:cubicBezTo>
                    <a:pt x="-1232" y="5646"/>
                    <a:pt x="2321" y="15132"/>
                    <a:pt x="7365" y="17978"/>
                  </a:cubicBezTo>
                  <a:cubicBezTo>
                    <a:pt x="12410" y="20751"/>
                    <a:pt x="17100" y="15716"/>
                    <a:pt x="18734" y="12651"/>
                  </a:cubicBezTo>
                  <a:cubicBezTo>
                    <a:pt x="20368" y="9513"/>
                    <a:pt x="17597" y="4770"/>
                    <a:pt x="12481" y="1997"/>
                  </a:cubicBezTo>
                  <a:cubicBezTo>
                    <a:pt x="7436" y="-849"/>
                    <a:pt x="2036" y="-630"/>
                    <a:pt x="402" y="2508"/>
                  </a:cubicBezTo>
                  <a:close/>
                </a:path>
              </a:pathLst>
            </a:custGeom>
            <a:solidFill>
              <a:schemeClr val="accent2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 marL="0" marR="0" lvl="0" indent="0" algn="ctr" defTabSz="4572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Gill Sans"/>
                <a:sym typeface="Gill Sans"/>
              </a:endParaRP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AAE0B3E6-89AA-4EB7-999E-3824FB4607AF}"/>
              </a:ext>
            </a:extLst>
          </p:cNvPr>
          <p:cNvGrpSpPr/>
          <p:nvPr/>
        </p:nvGrpSpPr>
        <p:grpSpPr>
          <a:xfrm>
            <a:off x="3071664" y="4556087"/>
            <a:ext cx="1467402" cy="1199551"/>
            <a:chOff x="1921112" y="114053"/>
            <a:chExt cx="8110307" cy="6629895"/>
          </a:xfrm>
        </p:grpSpPr>
        <p:sp>
          <p:nvSpPr>
            <p:cNvPr id="96" name="Figure">
              <a:extLst>
                <a:ext uri="{FF2B5EF4-FFF2-40B4-BE49-F238E27FC236}">
                  <a16:creationId xmlns:a16="http://schemas.microsoft.com/office/drawing/2014/main" id="{485A0588-2251-4E22-AE9E-C6F953B68A5E}"/>
                </a:ext>
              </a:extLst>
            </p:cNvPr>
            <p:cNvSpPr/>
            <p:nvPr/>
          </p:nvSpPr>
          <p:spPr>
            <a:xfrm>
              <a:off x="3867079" y="785076"/>
              <a:ext cx="4801950" cy="59588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93" h="20744" extrusionOk="0">
                  <a:moveTo>
                    <a:pt x="50" y="8912"/>
                  </a:moveTo>
                  <a:cubicBezTo>
                    <a:pt x="599" y="13351"/>
                    <a:pt x="9033" y="21184"/>
                    <a:pt x="14691" y="20725"/>
                  </a:cubicBezTo>
                  <a:cubicBezTo>
                    <a:pt x="20349" y="20265"/>
                    <a:pt x="21091" y="11684"/>
                    <a:pt x="20542" y="7246"/>
                  </a:cubicBezTo>
                  <a:cubicBezTo>
                    <a:pt x="19992" y="2808"/>
                    <a:pt x="14951" y="-416"/>
                    <a:pt x="9293" y="43"/>
                  </a:cubicBezTo>
                  <a:cubicBezTo>
                    <a:pt x="3636" y="503"/>
                    <a:pt x="-509" y="4474"/>
                    <a:pt x="50" y="8912"/>
                  </a:cubicBezTo>
                  <a:close/>
                </a:path>
              </a:pathLst>
            </a:custGeom>
            <a:solidFill>
              <a:schemeClr val="accent6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 marL="0" marR="0" lvl="0" indent="0" algn="ctr" defTabSz="4572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Gill Sans"/>
                <a:sym typeface="Gill Sans"/>
              </a:endParaRPr>
            </a:p>
          </p:txBody>
        </p:sp>
        <p:sp>
          <p:nvSpPr>
            <p:cNvPr id="97" name="Figure">
              <a:extLst>
                <a:ext uri="{FF2B5EF4-FFF2-40B4-BE49-F238E27FC236}">
                  <a16:creationId xmlns:a16="http://schemas.microsoft.com/office/drawing/2014/main" id="{D4033E88-3177-4112-B578-B8C896A047CF}"/>
                </a:ext>
              </a:extLst>
            </p:cNvPr>
            <p:cNvSpPr/>
            <p:nvPr/>
          </p:nvSpPr>
          <p:spPr>
            <a:xfrm>
              <a:off x="2927648" y="1746876"/>
              <a:ext cx="7103771" cy="48296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589" h="18693" extrusionOk="0">
                  <a:moveTo>
                    <a:pt x="245" y="15021"/>
                  </a:moveTo>
                  <a:cubicBezTo>
                    <a:pt x="1306" y="18233"/>
                    <a:pt x="6123" y="19289"/>
                    <a:pt x="10101" y="18380"/>
                  </a:cubicBezTo>
                  <a:cubicBezTo>
                    <a:pt x="14080" y="17471"/>
                    <a:pt x="20377" y="13324"/>
                    <a:pt x="19507" y="5836"/>
                  </a:cubicBezTo>
                  <a:cubicBezTo>
                    <a:pt x="19168" y="2918"/>
                    <a:pt x="16966" y="-2311"/>
                    <a:pt x="8751" y="1135"/>
                  </a:cubicBezTo>
                  <a:cubicBezTo>
                    <a:pt x="4192" y="3048"/>
                    <a:pt x="-1223" y="10588"/>
                    <a:pt x="245" y="15021"/>
                  </a:cubicBezTo>
                  <a:close/>
                </a:path>
              </a:pathLst>
            </a:custGeom>
            <a:solidFill>
              <a:srgbClr val="8DB1C4">
                <a:alpha val="80000"/>
              </a:srgbClr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 marL="0" marR="0" lvl="0" indent="0" algn="ctr" defTabSz="4572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Gill Sans"/>
                <a:sym typeface="Gill Sans"/>
              </a:endParaRPr>
            </a:p>
          </p:txBody>
        </p:sp>
        <p:sp>
          <p:nvSpPr>
            <p:cNvPr id="98" name="Figure">
              <a:extLst>
                <a:ext uri="{FF2B5EF4-FFF2-40B4-BE49-F238E27FC236}">
                  <a16:creationId xmlns:a16="http://schemas.microsoft.com/office/drawing/2014/main" id="{2A45EBD4-8F10-434E-97FF-FE7CD741AEAB}"/>
                </a:ext>
              </a:extLst>
            </p:cNvPr>
            <p:cNvSpPr/>
            <p:nvPr/>
          </p:nvSpPr>
          <p:spPr>
            <a:xfrm>
              <a:off x="2368461" y="1388997"/>
              <a:ext cx="6998772" cy="48122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9116" extrusionOk="0">
                  <a:moveTo>
                    <a:pt x="0" y="7130"/>
                  </a:moveTo>
                  <a:cubicBezTo>
                    <a:pt x="0" y="12861"/>
                    <a:pt x="8015" y="19116"/>
                    <a:pt x="12433" y="19116"/>
                  </a:cubicBezTo>
                  <a:cubicBezTo>
                    <a:pt x="16851" y="19116"/>
                    <a:pt x="21600" y="12861"/>
                    <a:pt x="21600" y="7130"/>
                  </a:cubicBezTo>
                  <a:cubicBezTo>
                    <a:pt x="21600" y="1399"/>
                    <a:pt x="19736" y="-2484"/>
                    <a:pt x="13206" y="1861"/>
                  </a:cubicBezTo>
                  <a:cubicBezTo>
                    <a:pt x="9285" y="4482"/>
                    <a:pt x="0" y="1399"/>
                    <a:pt x="0" y="7130"/>
                  </a:cubicBez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 lvl="0" algn="ctr" defTabSz="457200" hangingPunct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r>
                <a:rPr lang="en-US" sz="3600" b="1" kern="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sym typeface="Gill Sans"/>
                </a:rPr>
                <a:t>03</a:t>
              </a: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Gill Sans"/>
                <a:sym typeface="Gill Sans"/>
              </a:endParaRPr>
            </a:p>
          </p:txBody>
        </p:sp>
        <p:sp>
          <p:nvSpPr>
            <p:cNvPr id="99" name="Figure">
              <a:extLst>
                <a:ext uri="{FF2B5EF4-FFF2-40B4-BE49-F238E27FC236}">
                  <a16:creationId xmlns:a16="http://schemas.microsoft.com/office/drawing/2014/main" id="{1C002C03-A58F-4943-90A2-E3A9BE9D4C9D}"/>
                </a:ext>
              </a:extLst>
            </p:cNvPr>
            <p:cNvSpPr/>
            <p:nvPr/>
          </p:nvSpPr>
          <p:spPr>
            <a:xfrm>
              <a:off x="6730112" y="114053"/>
              <a:ext cx="1313884" cy="11862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415" h="19060" extrusionOk="0">
                  <a:moveTo>
                    <a:pt x="1251" y="17706"/>
                  </a:moveTo>
                  <a:cubicBezTo>
                    <a:pt x="3633" y="20258"/>
                    <a:pt x="13007" y="19180"/>
                    <a:pt x="16737" y="14651"/>
                  </a:cubicBezTo>
                  <a:cubicBezTo>
                    <a:pt x="20468" y="10087"/>
                    <a:pt x="17145" y="3797"/>
                    <a:pt x="14794" y="1210"/>
                  </a:cubicBezTo>
                  <a:cubicBezTo>
                    <a:pt x="12411" y="-1342"/>
                    <a:pt x="7458" y="275"/>
                    <a:pt x="3727" y="4804"/>
                  </a:cubicBezTo>
                  <a:cubicBezTo>
                    <a:pt x="-3" y="9368"/>
                    <a:pt x="-1132" y="15155"/>
                    <a:pt x="1251" y="17706"/>
                  </a:cubicBez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 marL="0" marR="0" lvl="0" indent="0" algn="ctr" defTabSz="4572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Gill Sans"/>
                <a:sym typeface="Gill Sans"/>
              </a:endParaRPr>
            </a:p>
          </p:txBody>
        </p:sp>
        <p:sp>
          <p:nvSpPr>
            <p:cNvPr id="100" name="Figure">
              <a:extLst>
                <a:ext uri="{FF2B5EF4-FFF2-40B4-BE49-F238E27FC236}">
                  <a16:creationId xmlns:a16="http://schemas.microsoft.com/office/drawing/2014/main" id="{57697401-BA6C-493D-944A-F3A6B02CAFCB}"/>
                </a:ext>
              </a:extLst>
            </p:cNvPr>
            <p:cNvSpPr/>
            <p:nvPr/>
          </p:nvSpPr>
          <p:spPr>
            <a:xfrm>
              <a:off x="1921112" y="4207292"/>
              <a:ext cx="875650" cy="8921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088" h="18770" extrusionOk="0">
                  <a:moveTo>
                    <a:pt x="18567" y="15982"/>
                  </a:moveTo>
                  <a:cubicBezTo>
                    <a:pt x="20371" y="12782"/>
                    <a:pt x="17299" y="3276"/>
                    <a:pt x="12326" y="688"/>
                  </a:cubicBezTo>
                  <a:cubicBezTo>
                    <a:pt x="7352" y="-1900"/>
                    <a:pt x="2379" y="3418"/>
                    <a:pt x="575" y="6665"/>
                  </a:cubicBezTo>
                  <a:cubicBezTo>
                    <a:pt x="-1229" y="9865"/>
                    <a:pt x="1355" y="14571"/>
                    <a:pt x="6329" y="17159"/>
                  </a:cubicBezTo>
                  <a:cubicBezTo>
                    <a:pt x="11253" y="19700"/>
                    <a:pt x="16763" y="19182"/>
                    <a:pt x="18567" y="15982"/>
                  </a:cubicBez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 marL="0" marR="0" lvl="0" indent="0" algn="ctr" defTabSz="4572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Gill Sans"/>
                <a:sym typeface="Gill Sans"/>
              </a:endParaRPr>
            </a:p>
          </p:txBody>
        </p:sp>
        <p:sp>
          <p:nvSpPr>
            <p:cNvPr id="101" name="Figure">
              <a:extLst>
                <a:ext uri="{FF2B5EF4-FFF2-40B4-BE49-F238E27FC236}">
                  <a16:creationId xmlns:a16="http://schemas.microsoft.com/office/drawing/2014/main" id="{1E9E0F58-1646-45DA-B160-9FC954301A5F}"/>
                </a:ext>
              </a:extLst>
            </p:cNvPr>
            <p:cNvSpPr/>
            <p:nvPr/>
          </p:nvSpPr>
          <p:spPr>
            <a:xfrm>
              <a:off x="8765547" y="1031118"/>
              <a:ext cx="604493" cy="5757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202" h="18783" extrusionOk="0">
                  <a:moveTo>
                    <a:pt x="402" y="2508"/>
                  </a:moveTo>
                  <a:cubicBezTo>
                    <a:pt x="-1232" y="5646"/>
                    <a:pt x="2321" y="15132"/>
                    <a:pt x="7365" y="17978"/>
                  </a:cubicBezTo>
                  <a:cubicBezTo>
                    <a:pt x="12410" y="20751"/>
                    <a:pt x="17100" y="15716"/>
                    <a:pt x="18734" y="12651"/>
                  </a:cubicBezTo>
                  <a:cubicBezTo>
                    <a:pt x="20368" y="9513"/>
                    <a:pt x="17597" y="4770"/>
                    <a:pt x="12481" y="1997"/>
                  </a:cubicBezTo>
                  <a:cubicBezTo>
                    <a:pt x="7436" y="-849"/>
                    <a:pt x="2036" y="-630"/>
                    <a:pt x="402" y="2508"/>
                  </a:cubicBezTo>
                  <a:close/>
                </a:path>
              </a:pathLst>
            </a:custGeom>
            <a:solidFill>
              <a:schemeClr val="accent2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 marL="0" marR="0" lvl="0" indent="0" algn="ctr" defTabSz="4572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Gill Sans"/>
                <a:sym typeface="Gill San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257A48A-5FCD-4F03-9417-52B37EC9E2E9}"/>
              </a:ext>
            </a:extLst>
          </p:cNvPr>
          <p:cNvGrpSpPr/>
          <p:nvPr/>
        </p:nvGrpSpPr>
        <p:grpSpPr>
          <a:xfrm>
            <a:off x="3071664" y="1556792"/>
            <a:ext cx="1467402" cy="1199551"/>
            <a:chOff x="1921112" y="114053"/>
            <a:chExt cx="8110307" cy="6629895"/>
          </a:xfrm>
        </p:grpSpPr>
        <p:sp>
          <p:nvSpPr>
            <p:cNvPr id="82" name="Figure">
              <a:extLst>
                <a:ext uri="{FF2B5EF4-FFF2-40B4-BE49-F238E27FC236}">
                  <a16:creationId xmlns:a16="http://schemas.microsoft.com/office/drawing/2014/main" id="{F16371F3-10C5-42FC-87EE-DB32CCEDED2C}"/>
                </a:ext>
              </a:extLst>
            </p:cNvPr>
            <p:cNvSpPr/>
            <p:nvPr/>
          </p:nvSpPr>
          <p:spPr>
            <a:xfrm>
              <a:off x="3867079" y="785076"/>
              <a:ext cx="4801950" cy="59588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93" h="20744" extrusionOk="0">
                  <a:moveTo>
                    <a:pt x="50" y="8912"/>
                  </a:moveTo>
                  <a:cubicBezTo>
                    <a:pt x="599" y="13351"/>
                    <a:pt x="9033" y="21184"/>
                    <a:pt x="14691" y="20725"/>
                  </a:cubicBezTo>
                  <a:cubicBezTo>
                    <a:pt x="20349" y="20265"/>
                    <a:pt x="21091" y="11684"/>
                    <a:pt x="20542" y="7246"/>
                  </a:cubicBezTo>
                  <a:cubicBezTo>
                    <a:pt x="19992" y="2808"/>
                    <a:pt x="14951" y="-416"/>
                    <a:pt x="9293" y="43"/>
                  </a:cubicBezTo>
                  <a:cubicBezTo>
                    <a:pt x="3636" y="503"/>
                    <a:pt x="-509" y="4474"/>
                    <a:pt x="50" y="8912"/>
                  </a:cubicBezTo>
                  <a:close/>
                </a:path>
              </a:pathLst>
            </a:custGeom>
            <a:solidFill>
              <a:schemeClr val="accent6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 marL="0" marR="0" lvl="0" indent="0" algn="ctr" defTabSz="4572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Gill Sans"/>
                <a:sym typeface="Gill Sans"/>
              </a:endParaRPr>
            </a:p>
          </p:txBody>
        </p:sp>
        <p:sp>
          <p:nvSpPr>
            <p:cNvPr id="83" name="Figure">
              <a:extLst>
                <a:ext uri="{FF2B5EF4-FFF2-40B4-BE49-F238E27FC236}">
                  <a16:creationId xmlns:a16="http://schemas.microsoft.com/office/drawing/2014/main" id="{A247A9B0-E0AE-4078-92D2-BE021879364E}"/>
                </a:ext>
              </a:extLst>
            </p:cNvPr>
            <p:cNvSpPr/>
            <p:nvPr/>
          </p:nvSpPr>
          <p:spPr>
            <a:xfrm>
              <a:off x="2927648" y="1746876"/>
              <a:ext cx="7103771" cy="48296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589" h="18693" extrusionOk="0">
                  <a:moveTo>
                    <a:pt x="245" y="15021"/>
                  </a:moveTo>
                  <a:cubicBezTo>
                    <a:pt x="1306" y="18233"/>
                    <a:pt x="6123" y="19289"/>
                    <a:pt x="10101" y="18380"/>
                  </a:cubicBezTo>
                  <a:cubicBezTo>
                    <a:pt x="14080" y="17471"/>
                    <a:pt x="20377" y="13324"/>
                    <a:pt x="19507" y="5836"/>
                  </a:cubicBezTo>
                  <a:cubicBezTo>
                    <a:pt x="19168" y="2918"/>
                    <a:pt x="16966" y="-2311"/>
                    <a:pt x="8751" y="1135"/>
                  </a:cubicBezTo>
                  <a:cubicBezTo>
                    <a:pt x="4192" y="3048"/>
                    <a:pt x="-1223" y="10588"/>
                    <a:pt x="245" y="15021"/>
                  </a:cubicBezTo>
                  <a:close/>
                </a:path>
              </a:pathLst>
            </a:custGeom>
            <a:solidFill>
              <a:srgbClr val="8DB1C4">
                <a:alpha val="80000"/>
              </a:srgbClr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 marL="0" marR="0" lvl="0" indent="0" algn="ctr" defTabSz="4572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Gill Sans"/>
                <a:sym typeface="Gill Sans"/>
              </a:endParaRPr>
            </a:p>
          </p:txBody>
        </p:sp>
        <p:sp>
          <p:nvSpPr>
            <p:cNvPr id="84" name="Figure">
              <a:extLst>
                <a:ext uri="{FF2B5EF4-FFF2-40B4-BE49-F238E27FC236}">
                  <a16:creationId xmlns:a16="http://schemas.microsoft.com/office/drawing/2014/main" id="{85470AAA-139B-417F-B1E5-A317A8E02A1A}"/>
                </a:ext>
              </a:extLst>
            </p:cNvPr>
            <p:cNvSpPr/>
            <p:nvPr/>
          </p:nvSpPr>
          <p:spPr>
            <a:xfrm>
              <a:off x="2368461" y="1388997"/>
              <a:ext cx="6998772" cy="48122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9116" extrusionOk="0">
                  <a:moveTo>
                    <a:pt x="0" y="7130"/>
                  </a:moveTo>
                  <a:cubicBezTo>
                    <a:pt x="0" y="12861"/>
                    <a:pt x="8015" y="19116"/>
                    <a:pt x="12433" y="19116"/>
                  </a:cubicBezTo>
                  <a:cubicBezTo>
                    <a:pt x="16851" y="19116"/>
                    <a:pt x="21600" y="12861"/>
                    <a:pt x="21600" y="7130"/>
                  </a:cubicBezTo>
                  <a:cubicBezTo>
                    <a:pt x="21600" y="1399"/>
                    <a:pt x="19736" y="-2484"/>
                    <a:pt x="13206" y="1861"/>
                  </a:cubicBezTo>
                  <a:cubicBezTo>
                    <a:pt x="9285" y="4482"/>
                    <a:pt x="0" y="1399"/>
                    <a:pt x="0" y="7130"/>
                  </a:cubicBez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 lvl="0" algn="ctr" defTabSz="457200" hangingPunct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r>
                <a:rPr lang="en-US" sz="3600" b="1" kern="0" dirty="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sym typeface="Gill Sans"/>
                </a:rPr>
                <a:t>01</a:t>
              </a:r>
              <a:endParaRPr kumimoji="0" sz="3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Gill Sans"/>
                <a:sym typeface="Gill Sans"/>
              </a:endParaRPr>
            </a:p>
          </p:txBody>
        </p:sp>
        <p:sp>
          <p:nvSpPr>
            <p:cNvPr id="85" name="Figure">
              <a:extLst>
                <a:ext uri="{FF2B5EF4-FFF2-40B4-BE49-F238E27FC236}">
                  <a16:creationId xmlns:a16="http://schemas.microsoft.com/office/drawing/2014/main" id="{D7817829-9A24-489A-AE64-F6D13F0BBD84}"/>
                </a:ext>
              </a:extLst>
            </p:cNvPr>
            <p:cNvSpPr/>
            <p:nvPr/>
          </p:nvSpPr>
          <p:spPr>
            <a:xfrm>
              <a:off x="6730112" y="114053"/>
              <a:ext cx="1313884" cy="11862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415" h="19060" extrusionOk="0">
                  <a:moveTo>
                    <a:pt x="1251" y="17706"/>
                  </a:moveTo>
                  <a:cubicBezTo>
                    <a:pt x="3633" y="20258"/>
                    <a:pt x="13007" y="19180"/>
                    <a:pt x="16737" y="14651"/>
                  </a:cubicBezTo>
                  <a:cubicBezTo>
                    <a:pt x="20468" y="10087"/>
                    <a:pt x="17145" y="3797"/>
                    <a:pt x="14794" y="1210"/>
                  </a:cubicBezTo>
                  <a:cubicBezTo>
                    <a:pt x="12411" y="-1342"/>
                    <a:pt x="7458" y="275"/>
                    <a:pt x="3727" y="4804"/>
                  </a:cubicBezTo>
                  <a:cubicBezTo>
                    <a:pt x="-3" y="9368"/>
                    <a:pt x="-1132" y="15155"/>
                    <a:pt x="1251" y="17706"/>
                  </a:cubicBez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 marL="0" marR="0" lvl="0" indent="0" algn="ctr" defTabSz="4572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Gill Sans"/>
                <a:sym typeface="Gill Sans"/>
              </a:endParaRPr>
            </a:p>
          </p:txBody>
        </p:sp>
        <p:sp>
          <p:nvSpPr>
            <p:cNvPr id="86" name="Figure">
              <a:extLst>
                <a:ext uri="{FF2B5EF4-FFF2-40B4-BE49-F238E27FC236}">
                  <a16:creationId xmlns:a16="http://schemas.microsoft.com/office/drawing/2014/main" id="{2870DC24-D382-46B5-8C53-79C7711252F0}"/>
                </a:ext>
              </a:extLst>
            </p:cNvPr>
            <p:cNvSpPr/>
            <p:nvPr/>
          </p:nvSpPr>
          <p:spPr>
            <a:xfrm>
              <a:off x="1921112" y="4207292"/>
              <a:ext cx="875650" cy="8921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088" h="18770" extrusionOk="0">
                  <a:moveTo>
                    <a:pt x="18567" y="15982"/>
                  </a:moveTo>
                  <a:cubicBezTo>
                    <a:pt x="20371" y="12782"/>
                    <a:pt x="17299" y="3276"/>
                    <a:pt x="12326" y="688"/>
                  </a:cubicBezTo>
                  <a:cubicBezTo>
                    <a:pt x="7352" y="-1900"/>
                    <a:pt x="2379" y="3418"/>
                    <a:pt x="575" y="6665"/>
                  </a:cubicBezTo>
                  <a:cubicBezTo>
                    <a:pt x="-1229" y="9865"/>
                    <a:pt x="1355" y="14571"/>
                    <a:pt x="6329" y="17159"/>
                  </a:cubicBezTo>
                  <a:cubicBezTo>
                    <a:pt x="11253" y="19700"/>
                    <a:pt x="16763" y="19182"/>
                    <a:pt x="18567" y="15982"/>
                  </a:cubicBez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 marL="0" marR="0" lvl="0" indent="0" algn="ctr" defTabSz="4572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Gill Sans"/>
                <a:sym typeface="Gill Sans"/>
              </a:endParaRPr>
            </a:p>
          </p:txBody>
        </p:sp>
        <p:sp>
          <p:nvSpPr>
            <p:cNvPr id="87" name="Figure">
              <a:extLst>
                <a:ext uri="{FF2B5EF4-FFF2-40B4-BE49-F238E27FC236}">
                  <a16:creationId xmlns:a16="http://schemas.microsoft.com/office/drawing/2014/main" id="{153F0366-4360-43D7-AFF4-55C72949F87D}"/>
                </a:ext>
              </a:extLst>
            </p:cNvPr>
            <p:cNvSpPr/>
            <p:nvPr/>
          </p:nvSpPr>
          <p:spPr>
            <a:xfrm>
              <a:off x="8765547" y="1031118"/>
              <a:ext cx="604493" cy="5757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202" h="18783" extrusionOk="0">
                  <a:moveTo>
                    <a:pt x="402" y="2508"/>
                  </a:moveTo>
                  <a:cubicBezTo>
                    <a:pt x="-1232" y="5646"/>
                    <a:pt x="2321" y="15132"/>
                    <a:pt x="7365" y="17978"/>
                  </a:cubicBezTo>
                  <a:cubicBezTo>
                    <a:pt x="12410" y="20751"/>
                    <a:pt x="17100" y="15716"/>
                    <a:pt x="18734" y="12651"/>
                  </a:cubicBezTo>
                  <a:cubicBezTo>
                    <a:pt x="20368" y="9513"/>
                    <a:pt x="17597" y="4770"/>
                    <a:pt x="12481" y="1997"/>
                  </a:cubicBezTo>
                  <a:cubicBezTo>
                    <a:pt x="7436" y="-849"/>
                    <a:pt x="2036" y="-630"/>
                    <a:pt x="402" y="2508"/>
                  </a:cubicBezTo>
                  <a:close/>
                </a:path>
              </a:pathLst>
            </a:custGeom>
            <a:solidFill>
              <a:schemeClr val="accent2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 marL="0" marR="0" lvl="0" indent="0" algn="ctr" defTabSz="4572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Gill Sans"/>
                <a:sym typeface="Gill Sans"/>
              </a:endParaRPr>
            </a:p>
          </p:txBody>
        </p:sp>
      </p:grpSp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Outline </a:t>
            </a:r>
            <a:r>
              <a:rPr lang="en-US" dirty="0"/>
              <a:t>for Lecture</a:t>
            </a:r>
          </a:p>
        </p:txBody>
      </p:sp>
      <p:sp>
        <p:nvSpPr>
          <p:cNvPr id="63" name="Footer Placeholder 6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by Amaid Zia</a:t>
            </a:r>
          </a:p>
        </p:txBody>
      </p:sp>
      <p:sp>
        <p:nvSpPr>
          <p:cNvPr id="64" name="Slide Number Placeholder 6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CF07D-8B3F-4D32-B059-0039CEA46DB1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E0578806-54D9-4D37-B865-BA2600D47AAD}"/>
              </a:ext>
            </a:extLst>
          </p:cNvPr>
          <p:cNvSpPr txBox="1"/>
          <p:nvPr/>
        </p:nvSpPr>
        <p:spPr>
          <a:xfrm>
            <a:off x="4544586" y="1654022"/>
            <a:ext cx="2982086" cy="800219"/>
          </a:xfrm>
          <a:prstGeom prst="rect">
            <a:avLst/>
          </a:prstGeom>
          <a:noFill/>
        </p:spPr>
        <p:txBody>
          <a:bodyPr wrap="square" tIns="182880" bIns="0" rtlCol="0" anchor="b">
            <a:spAutoFit/>
          </a:bodyPr>
          <a:lstStyle/>
          <a:p>
            <a:r>
              <a:rPr lang="en-US" sz="4000" b="1" dirty="0">
                <a:solidFill>
                  <a:schemeClr val="accent1"/>
                </a:solidFill>
              </a:rPr>
              <a:t>Revision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CC622461-4704-41D9-A52C-03B8AD9FE67F}"/>
              </a:ext>
            </a:extLst>
          </p:cNvPr>
          <p:cNvSpPr txBox="1"/>
          <p:nvPr/>
        </p:nvSpPr>
        <p:spPr>
          <a:xfrm>
            <a:off x="4544586" y="3155272"/>
            <a:ext cx="2982086" cy="800219"/>
          </a:xfrm>
          <a:prstGeom prst="rect">
            <a:avLst/>
          </a:prstGeom>
        </p:spPr>
        <p:txBody>
          <a:bodyPr wrap="square" tIns="182880" bIns="0" rtlCol="0" anchor="b">
            <a:spAutoFit/>
          </a:bodyPr>
          <a:lstStyle/>
          <a:p>
            <a:r>
              <a:rPr lang="en-US" sz="4000" b="1" dirty="0">
                <a:solidFill>
                  <a:schemeClr val="accent1"/>
                </a:solidFill>
              </a:rPr>
              <a:t>Components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4B4E1CB5-770B-4761-9F0D-AE9E9D7DAAE6}"/>
              </a:ext>
            </a:extLst>
          </p:cNvPr>
          <p:cNvSpPr txBox="1"/>
          <p:nvPr/>
        </p:nvSpPr>
        <p:spPr>
          <a:xfrm>
            <a:off x="4544586" y="4697291"/>
            <a:ext cx="2982086" cy="800219"/>
          </a:xfrm>
          <a:prstGeom prst="rect">
            <a:avLst/>
          </a:prstGeom>
          <a:noFill/>
        </p:spPr>
        <p:txBody>
          <a:bodyPr wrap="square" tIns="182880" bIns="0" rtlCol="0" anchor="b">
            <a:spAutoFit/>
          </a:bodyPr>
          <a:lstStyle/>
          <a:p>
            <a:r>
              <a:rPr lang="en-US" sz="4000" b="1" dirty="0">
                <a:solidFill>
                  <a:schemeClr val="accent1"/>
                </a:solidFill>
              </a:rPr>
              <a:t>Examples</a:t>
            </a:r>
          </a:p>
        </p:txBody>
      </p:sp>
    </p:spTree>
    <p:extLst>
      <p:ext uri="{BB962C8B-B14F-4D97-AF65-F5344CB8AC3E}">
        <p14:creationId xmlns:p14="http://schemas.microsoft.com/office/powerpoint/2010/main" val="71616566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" grpId="0"/>
      <p:bldP spid="130" grpId="0"/>
      <p:bldP spid="13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0714F9A-57FC-47D3-A196-531173ED6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MENTAL </a:t>
            </a:r>
            <a:r>
              <a:rPr lang="en-US" spc="300" dirty="0">
                <a:solidFill>
                  <a:srgbClr val="E7B881"/>
                </a:solidFill>
                <a:latin typeface="Arial Black" panose="020B0A04020102020204" pitchFamily="34" charset="0"/>
              </a:rPr>
              <a:t>MODEL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67294BB8-BC44-4C40-92EC-EEECFE983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by Amaid Zia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3CE9D0F3-9133-42C7-9A2F-EE6DD2CB4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CB3F-26C9-44D7-A7CB-40F86C5CE4B1}" type="slidenum">
              <a:rPr lang="en-US" smtClean="0"/>
              <a:t>3</a:t>
            </a:fld>
            <a:endParaRPr lang="en-US"/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80F8D231-06F6-4219-8584-77D3C14F55D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/>
        </p:blipFill>
        <p:spPr>
          <a:xfrm>
            <a:off x="6831385" y="0"/>
            <a:ext cx="5360617" cy="3228279"/>
          </a:xfrm>
        </p:spPr>
      </p:pic>
    </p:spTree>
    <p:extLst>
      <p:ext uri="{BB962C8B-B14F-4D97-AF65-F5344CB8AC3E}">
        <p14:creationId xmlns:p14="http://schemas.microsoft.com/office/powerpoint/2010/main" val="1271978828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16196D-3A06-4545-AD31-03C4E648E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by Amaid Zia</a:t>
            </a:r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1610467-A24B-4A50-8DC2-7550F5C5F2B3}"/>
              </a:ext>
            </a:extLst>
          </p:cNvPr>
          <p:cNvSpPr/>
          <p:nvPr/>
        </p:nvSpPr>
        <p:spPr>
          <a:xfrm rot="4994718">
            <a:off x="11009811" y="4247995"/>
            <a:ext cx="1197858" cy="1389174"/>
          </a:xfrm>
          <a:custGeom>
            <a:avLst/>
            <a:gdLst>
              <a:gd name="connsiteX0" fmla="*/ 272811 w 1197858"/>
              <a:gd name="connsiteY0" fmla="*/ 0 h 1389174"/>
              <a:gd name="connsiteX1" fmla="*/ 924678 w 1197858"/>
              <a:gd name="connsiteY1" fmla="*/ 0 h 1389174"/>
              <a:gd name="connsiteX2" fmla="*/ 974454 w 1197858"/>
              <a:gd name="connsiteY2" fmla="*/ 32247 h 1389174"/>
              <a:gd name="connsiteX3" fmla="*/ 1189160 w 1197858"/>
              <a:gd name="connsiteY3" fmla="*/ 421913 h 1389174"/>
              <a:gd name="connsiteX4" fmla="*/ 850459 w 1197858"/>
              <a:gd name="connsiteY4" fmla="*/ 1387791 h 1389174"/>
              <a:gd name="connsiteX5" fmla="*/ 2923 w 1197858"/>
              <a:gd name="connsiteY5" fmla="*/ 541295 h 1389174"/>
              <a:gd name="connsiteX6" fmla="*/ 216245 w 1197858"/>
              <a:gd name="connsiteY6" fmla="*/ 37481 h 1389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97858" h="1389174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wrap="square" lIns="38100" tIns="38100" rIns="38100" bIns="38100" anchor="ctr">
            <a:noAutofit/>
          </a:bodyPr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1" name="Figure">
            <a:extLst>
              <a:ext uri="{FF2B5EF4-FFF2-40B4-BE49-F238E27FC236}">
                <a16:creationId xmlns:a16="http://schemas.microsoft.com/office/drawing/2014/main" id="{F8AF123D-F2B7-4809-8390-21358F10C0D1}"/>
              </a:ext>
            </a:extLst>
          </p:cNvPr>
          <p:cNvSpPr/>
          <p:nvPr/>
        </p:nvSpPr>
        <p:spPr>
          <a:xfrm>
            <a:off x="10164333" y="5621590"/>
            <a:ext cx="1772074" cy="1204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589" h="18693" extrusionOk="0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2" name="Figure">
            <a:extLst>
              <a:ext uri="{FF2B5EF4-FFF2-40B4-BE49-F238E27FC236}">
                <a16:creationId xmlns:a16="http://schemas.microsoft.com/office/drawing/2014/main" id="{99797117-77EC-487C-AC12-14D95DCCAECD}"/>
              </a:ext>
            </a:extLst>
          </p:cNvPr>
          <p:cNvSpPr/>
          <p:nvPr/>
        </p:nvSpPr>
        <p:spPr>
          <a:xfrm rot="18469479" flipV="1">
            <a:off x="8578220" y="5399971"/>
            <a:ext cx="1745881" cy="12004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9116" extrusionOk="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 w="12700">
            <a:noFill/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3" name="Figure">
            <a:extLst>
              <a:ext uri="{FF2B5EF4-FFF2-40B4-BE49-F238E27FC236}">
                <a16:creationId xmlns:a16="http://schemas.microsoft.com/office/drawing/2014/main" id="{A300324B-00E8-4C94-A009-CC04B0C324C4}"/>
              </a:ext>
            </a:extLst>
          </p:cNvPr>
          <p:cNvSpPr/>
          <p:nvPr/>
        </p:nvSpPr>
        <p:spPr>
          <a:xfrm>
            <a:off x="9801738" y="6524337"/>
            <a:ext cx="218435" cy="2225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088" h="18770" extrusionOk="0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4" name="Figure">
            <a:extLst>
              <a:ext uri="{FF2B5EF4-FFF2-40B4-BE49-F238E27FC236}">
                <a16:creationId xmlns:a16="http://schemas.microsoft.com/office/drawing/2014/main" id="{C3DF862A-7806-436B-94C0-B0768CC8433A}"/>
              </a:ext>
            </a:extLst>
          </p:cNvPr>
          <p:cNvSpPr/>
          <p:nvPr/>
        </p:nvSpPr>
        <p:spPr>
          <a:xfrm>
            <a:off x="11926488" y="6491993"/>
            <a:ext cx="150794" cy="1436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202" h="18783" extrusionOk="0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5" name="Text Placeholder 21">
            <a:extLst>
              <a:ext uri="{FF2B5EF4-FFF2-40B4-BE49-F238E27FC236}">
                <a16:creationId xmlns:a16="http://schemas.microsoft.com/office/drawing/2014/main" id="{0C240034-E8E1-4A0B-B5DC-6D8830D1AA09}"/>
              </a:ext>
            </a:extLst>
          </p:cNvPr>
          <p:cNvSpPr txBox="1">
            <a:spLocks/>
          </p:cNvSpPr>
          <p:nvPr/>
        </p:nvSpPr>
        <p:spPr>
          <a:xfrm>
            <a:off x="7278673" y="276681"/>
            <a:ext cx="1163046" cy="11274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5400" b="1" kern="120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spcBef>
                <a:spcPct val="0"/>
              </a:spcBef>
            </a:pPr>
            <a:endParaRPr lang="en-US" dirty="0"/>
          </a:p>
        </p:txBody>
      </p:sp>
      <p:sp>
        <p:nvSpPr>
          <p:cNvPr id="16" name="Figure">
            <a:extLst>
              <a:ext uri="{FF2B5EF4-FFF2-40B4-BE49-F238E27FC236}">
                <a16:creationId xmlns:a16="http://schemas.microsoft.com/office/drawing/2014/main" id="{E6EEEF94-D40F-4EC9-A5CA-DB74D44126D6}"/>
              </a:ext>
            </a:extLst>
          </p:cNvPr>
          <p:cNvSpPr/>
          <p:nvPr/>
        </p:nvSpPr>
        <p:spPr>
          <a:xfrm>
            <a:off x="10530486" y="5383307"/>
            <a:ext cx="218435" cy="2225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088" h="18770" extrusionOk="0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34" name="Slide Number Placeholder 33">
            <a:extLst>
              <a:ext uri="{FF2B5EF4-FFF2-40B4-BE49-F238E27FC236}">
                <a16:creationId xmlns:a16="http://schemas.microsoft.com/office/drawing/2014/main" id="{19451E0A-FE31-4047-80FB-BF2FED10F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CB3F-26C9-44D7-A7CB-40F86C5CE4B1}" type="slidenum">
              <a:rPr lang="en-US" smtClean="0"/>
              <a:t>4</a:t>
            </a:fld>
            <a:endParaRPr lang="en-US"/>
          </a:p>
        </p:txBody>
      </p:sp>
      <p:sp>
        <p:nvSpPr>
          <p:cNvPr id="22" name="Title 2">
            <a:extLst>
              <a:ext uri="{FF2B5EF4-FFF2-40B4-BE49-F238E27FC236}">
                <a16:creationId xmlns:a16="http://schemas.microsoft.com/office/drawing/2014/main" id="{2BE23E38-312D-42E2-B96E-A9120C56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486" y="275298"/>
            <a:ext cx="10515600" cy="639142"/>
          </a:xfrm>
        </p:spPr>
        <p:txBody>
          <a:bodyPr>
            <a:normAutofit fontScale="90000"/>
          </a:bodyPr>
          <a:lstStyle/>
          <a:p>
            <a:r>
              <a:rPr lang="en-US" b="0" dirty="0"/>
              <a:t>MENTAL </a:t>
            </a:r>
            <a:r>
              <a:rPr lang="en-US" spc="300" dirty="0">
                <a:solidFill>
                  <a:srgbClr val="E7B881"/>
                </a:solidFill>
                <a:latin typeface="Arial Black" panose="020B0A04020102020204" pitchFamily="34" charset="0"/>
              </a:rPr>
              <a:t>MODEL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5DE23F-013C-4744-BA31-C04739F48393}"/>
              </a:ext>
            </a:extLst>
          </p:cNvPr>
          <p:cNvSpPr txBox="1"/>
          <p:nvPr/>
        </p:nvSpPr>
        <p:spPr>
          <a:xfrm>
            <a:off x="2025764" y="3064506"/>
            <a:ext cx="705110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4000" dirty="0">
                <a:solidFill>
                  <a:srgbClr val="E7B88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Idea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of</a:t>
            </a:r>
          </a:p>
          <a:p>
            <a:pPr algn="ctr"/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how a product </a:t>
            </a:r>
            <a:r>
              <a:rPr lang="en-US" sz="4000" dirty="0">
                <a:solidFill>
                  <a:srgbClr val="E7B88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works</a:t>
            </a:r>
          </a:p>
          <a:p>
            <a:pPr algn="ctr"/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in the </a:t>
            </a:r>
            <a:r>
              <a:rPr lang="en-US" sz="4000" dirty="0">
                <a:solidFill>
                  <a:srgbClr val="E7B88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mind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of the </a:t>
            </a:r>
          </a:p>
          <a:p>
            <a:pPr algn="ctr"/>
            <a:r>
              <a:rPr lang="en-US" sz="4000" dirty="0">
                <a:solidFill>
                  <a:srgbClr val="E7B88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user</a:t>
            </a:r>
          </a:p>
        </p:txBody>
      </p:sp>
      <p:pic>
        <p:nvPicPr>
          <p:cNvPr id="3" name="Graphic 2" descr="Lightbulb">
            <a:extLst>
              <a:ext uri="{FF2B5EF4-FFF2-40B4-BE49-F238E27FC236}">
                <a16:creationId xmlns:a16="http://schemas.microsoft.com/office/drawing/2014/main" id="{0AEFE178-5DED-4C12-8099-6DA49DD334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15212" y="1067723"/>
            <a:ext cx="1872208" cy="1872208"/>
          </a:xfrm>
          <a:prstGeom prst="rect">
            <a:avLst/>
          </a:prstGeom>
        </p:spPr>
      </p:pic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6A00FB3-B952-4059-B07B-FDD410A29363}"/>
              </a:ext>
            </a:extLst>
          </p:cNvPr>
          <p:cNvSpPr txBox="1">
            <a:spLocks/>
          </p:cNvSpPr>
          <p:nvPr/>
        </p:nvSpPr>
        <p:spPr>
          <a:xfrm>
            <a:off x="654164" y="636122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914354" rtl="0" eaLnBrk="1" latinLnBrk="0" hangingPunct="1">
              <a:defRPr sz="24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dirty="0">
                <a:solidFill>
                  <a:srgbClr val="E7B881"/>
                </a:solidFill>
                <a:latin typeface="Arial Black" panose="020B0A04020102020204" pitchFamily="34" charset="0"/>
              </a:rPr>
              <a:t>C</a:t>
            </a:r>
            <a:r>
              <a:rPr lang="en-US" sz="2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3392239543"/>
      </p:ext>
    </p:extLst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16196D-3A06-4545-AD31-03C4E648E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by Amaid Zia</a:t>
            </a:r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1610467-A24B-4A50-8DC2-7550F5C5F2B3}"/>
              </a:ext>
            </a:extLst>
          </p:cNvPr>
          <p:cNvSpPr/>
          <p:nvPr/>
        </p:nvSpPr>
        <p:spPr>
          <a:xfrm rot="4994718">
            <a:off x="11009811" y="4247995"/>
            <a:ext cx="1197858" cy="1389174"/>
          </a:xfrm>
          <a:custGeom>
            <a:avLst/>
            <a:gdLst>
              <a:gd name="connsiteX0" fmla="*/ 272811 w 1197858"/>
              <a:gd name="connsiteY0" fmla="*/ 0 h 1389174"/>
              <a:gd name="connsiteX1" fmla="*/ 924678 w 1197858"/>
              <a:gd name="connsiteY1" fmla="*/ 0 h 1389174"/>
              <a:gd name="connsiteX2" fmla="*/ 974454 w 1197858"/>
              <a:gd name="connsiteY2" fmla="*/ 32247 h 1389174"/>
              <a:gd name="connsiteX3" fmla="*/ 1189160 w 1197858"/>
              <a:gd name="connsiteY3" fmla="*/ 421913 h 1389174"/>
              <a:gd name="connsiteX4" fmla="*/ 850459 w 1197858"/>
              <a:gd name="connsiteY4" fmla="*/ 1387791 h 1389174"/>
              <a:gd name="connsiteX5" fmla="*/ 2923 w 1197858"/>
              <a:gd name="connsiteY5" fmla="*/ 541295 h 1389174"/>
              <a:gd name="connsiteX6" fmla="*/ 216245 w 1197858"/>
              <a:gd name="connsiteY6" fmla="*/ 37481 h 1389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97858" h="1389174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wrap="square" lIns="38100" tIns="38100" rIns="38100" bIns="38100" anchor="ctr">
            <a:noAutofit/>
          </a:bodyPr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1" name="Figure">
            <a:extLst>
              <a:ext uri="{FF2B5EF4-FFF2-40B4-BE49-F238E27FC236}">
                <a16:creationId xmlns:a16="http://schemas.microsoft.com/office/drawing/2014/main" id="{F8AF123D-F2B7-4809-8390-21358F10C0D1}"/>
              </a:ext>
            </a:extLst>
          </p:cNvPr>
          <p:cNvSpPr/>
          <p:nvPr/>
        </p:nvSpPr>
        <p:spPr>
          <a:xfrm>
            <a:off x="10164333" y="5621590"/>
            <a:ext cx="1772074" cy="1204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589" h="18693" extrusionOk="0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2" name="Figure">
            <a:extLst>
              <a:ext uri="{FF2B5EF4-FFF2-40B4-BE49-F238E27FC236}">
                <a16:creationId xmlns:a16="http://schemas.microsoft.com/office/drawing/2014/main" id="{99797117-77EC-487C-AC12-14D95DCCAECD}"/>
              </a:ext>
            </a:extLst>
          </p:cNvPr>
          <p:cNvSpPr/>
          <p:nvPr/>
        </p:nvSpPr>
        <p:spPr>
          <a:xfrm rot="18469479" flipV="1">
            <a:off x="8578220" y="5399971"/>
            <a:ext cx="1745881" cy="12004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9116" extrusionOk="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 w="12700">
            <a:noFill/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3" name="Figure">
            <a:extLst>
              <a:ext uri="{FF2B5EF4-FFF2-40B4-BE49-F238E27FC236}">
                <a16:creationId xmlns:a16="http://schemas.microsoft.com/office/drawing/2014/main" id="{A300324B-00E8-4C94-A009-CC04B0C324C4}"/>
              </a:ext>
            </a:extLst>
          </p:cNvPr>
          <p:cNvSpPr/>
          <p:nvPr/>
        </p:nvSpPr>
        <p:spPr>
          <a:xfrm>
            <a:off x="9801738" y="6524337"/>
            <a:ext cx="218435" cy="2225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088" h="18770" extrusionOk="0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4" name="Figure">
            <a:extLst>
              <a:ext uri="{FF2B5EF4-FFF2-40B4-BE49-F238E27FC236}">
                <a16:creationId xmlns:a16="http://schemas.microsoft.com/office/drawing/2014/main" id="{C3DF862A-7806-436B-94C0-B0768CC8433A}"/>
              </a:ext>
            </a:extLst>
          </p:cNvPr>
          <p:cNvSpPr/>
          <p:nvPr/>
        </p:nvSpPr>
        <p:spPr>
          <a:xfrm>
            <a:off x="11926488" y="6491993"/>
            <a:ext cx="150794" cy="1436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202" h="18783" extrusionOk="0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5" name="Text Placeholder 21">
            <a:extLst>
              <a:ext uri="{FF2B5EF4-FFF2-40B4-BE49-F238E27FC236}">
                <a16:creationId xmlns:a16="http://schemas.microsoft.com/office/drawing/2014/main" id="{0C240034-E8E1-4A0B-B5DC-6D8830D1AA09}"/>
              </a:ext>
            </a:extLst>
          </p:cNvPr>
          <p:cNvSpPr txBox="1">
            <a:spLocks/>
          </p:cNvSpPr>
          <p:nvPr/>
        </p:nvSpPr>
        <p:spPr>
          <a:xfrm>
            <a:off x="7278673" y="276681"/>
            <a:ext cx="1163046" cy="11274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5400" b="1" kern="120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spcBef>
                <a:spcPct val="0"/>
              </a:spcBef>
            </a:pPr>
            <a:endParaRPr lang="en-US" dirty="0"/>
          </a:p>
        </p:txBody>
      </p:sp>
      <p:sp>
        <p:nvSpPr>
          <p:cNvPr id="16" name="Figure">
            <a:extLst>
              <a:ext uri="{FF2B5EF4-FFF2-40B4-BE49-F238E27FC236}">
                <a16:creationId xmlns:a16="http://schemas.microsoft.com/office/drawing/2014/main" id="{E6EEEF94-D40F-4EC9-A5CA-DB74D44126D6}"/>
              </a:ext>
            </a:extLst>
          </p:cNvPr>
          <p:cNvSpPr/>
          <p:nvPr/>
        </p:nvSpPr>
        <p:spPr>
          <a:xfrm>
            <a:off x="10530486" y="5383307"/>
            <a:ext cx="218435" cy="2225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088" h="18770" extrusionOk="0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34" name="Slide Number Placeholder 33">
            <a:extLst>
              <a:ext uri="{FF2B5EF4-FFF2-40B4-BE49-F238E27FC236}">
                <a16:creationId xmlns:a16="http://schemas.microsoft.com/office/drawing/2014/main" id="{19451E0A-FE31-4047-80FB-BF2FED10F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CB3F-26C9-44D7-A7CB-40F86C5CE4B1}" type="slidenum">
              <a:rPr lang="en-US" smtClean="0"/>
              <a:t>5</a:t>
            </a:fld>
            <a:endParaRPr lang="en-US"/>
          </a:p>
        </p:txBody>
      </p:sp>
      <p:sp>
        <p:nvSpPr>
          <p:cNvPr id="22" name="Title 2">
            <a:extLst>
              <a:ext uri="{FF2B5EF4-FFF2-40B4-BE49-F238E27FC236}">
                <a16:creationId xmlns:a16="http://schemas.microsoft.com/office/drawing/2014/main" id="{2BE23E38-312D-42E2-B96E-A9120C56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486" y="275298"/>
            <a:ext cx="10515600" cy="639142"/>
          </a:xfrm>
        </p:spPr>
        <p:txBody>
          <a:bodyPr>
            <a:normAutofit fontScale="90000"/>
          </a:bodyPr>
          <a:lstStyle/>
          <a:p>
            <a:r>
              <a:rPr lang="en-US" b="0" dirty="0"/>
              <a:t>Revision</a:t>
            </a:r>
            <a:endParaRPr lang="en-US" spc="300" dirty="0">
              <a:solidFill>
                <a:srgbClr val="E7B881"/>
              </a:solidFill>
              <a:latin typeface="Arial Black" panose="020B0A040201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5DE23F-013C-4744-BA31-C04739F48393}"/>
              </a:ext>
            </a:extLst>
          </p:cNvPr>
          <p:cNvSpPr txBox="1"/>
          <p:nvPr/>
        </p:nvSpPr>
        <p:spPr>
          <a:xfrm>
            <a:off x="1851734" y="2170599"/>
            <a:ext cx="705110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E7B88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Good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Designs are</a:t>
            </a:r>
          </a:p>
          <a:p>
            <a:pPr algn="ctr"/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developed according to </a:t>
            </a:r>
          </a:p>
          <a:p>
            <a:pPr algn="ctr"/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user’s </a:t>
            </a:r>
          </a:p>
          <a:p>
            <a:pPr algn="ctr"/>
            <a:r>
              <a:rPr lang="en-US" sz="4000" dirty="0">
                <a:solidFill>
                  <a:srgbClr val="E7B88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Mental Model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4176951-3D05-4147-B1E0-AE1D5CDC321A}"/>
              </a:ext>
            </a:extLst>
          </p:cNvPr>
          <p:cNvSpPr txBox="1">
            <a:spLocks/>
          </p:cNvSpPr>
          <p:nvPr/>
        </p:nvSpPr>
        <p:spPr>
          <a:xfrm>
            <a:off x="654164" y="636122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914354" rtl="0" eaLnBrk="1" latinLnBrk="0" hangingPunct="1">
              <a:defRPr sz="24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dirty="0">
                <a:solidFill>
                  <a:srgbClr val="E7B881"/>
                </a:solidFill>
                <a:latin typeface="Arial Black" panose="020B0A04020102020204" pitchFamily="34" charset="0"/>
              </a:rPr>
              <a:t>C</a:t>
            </a:r>
            <a:r>
              <a:rPr lang="en-US" sz="2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2354064931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16196D-3A06-4545-AD31-03C4E648E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by Amaid Zia</a:t>
            </a:r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1610467-A24B-4A50-8DC2-7550F5C5F2B3}"/>
              </a:ext>
            </a:extLst>
          </p:cNvPr>
          <p:cNvSpPr/>
          <p:nvPr/>
        </p:nvSpPr>
        <p:spPr>
          <a:xfrm rot="4994718">
            <a:off x="11009811" y="4247995"/>
            <a:ext cx="1197858" cy="1389174"/>
          </a:xfrm>
          <a:custGeom>
            <a:avLst/>
            <a:gdLst>
              <a:gd name="connsiteX0" fmla="*/ 272811 w 1197858"/>
              <a:gd name="connsiteY0" fmla="*/ 0 h 1389174"/>
              <a:gd name="connsiteX1" fmla="*/ 924678 w 1197858"/>
              <a:gd name="connsiteY1" fmla="*/ 0 h 1389174"/>
              <a:gd name="connsiteX2" fmla="*/ 974454 w 1197858"/>
              <a:gd name="connsiteY2" fmla="*/ 32247 h 1389174"/>
              <a:gd name="connsiteX3" fmla="*/ 1189160 w 1197858"/>
              <a:gd name="connsiteY3" fmla="*/ 421913 h 1389174"/>
              <a:gd name="connsiteX4" fmla="*/ 850459 w 1197858"/>
              <a:gd name="connsiteY4" fmla="*/ 1387791 h 1389174"/>
              <a:gd name="connsiteX5" fmla="*/ 2923 w 1197858"/>
              <a:gd name="connsiteY5" fmla="*/ 541295 h 1389174"/>
              <a:gd name="connsiteX6" fmla="*/ 216245 w 1197858"/>
              <a:gd name="connsiteY6" fmla="*/ 37481 h 1389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97858" h="1389174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wrap="square" lIns="38100" tIns="38100" rIns="38100" bIns="38100" anchor="ctr">
            <a:noAutofit/>
          </a:bodyPr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1" name="Figure">
            <a:extLst>
              <a:ext uri="{FF2B5EF4-FFF2-40B4-BE49-F238E27FC236}">
                <a16:creationId xmlns:a16="http://schemas.microsoft.com/office/drawing/2014/main" id="{F8AF123D-F2B7-4809-8390-21358F10C0D1}"/>
              </a:ext>
            </a:extLst>
          </p:cNvPr>
          <p:cNvSpPr/>
          <p:nvPr/>
        </p:nvSpPr>
        <p:spPr>
          <a:xfrm>
            <a:off x="10164333" y="5621590"/>
            <a:ext cx="1772074" cy="1204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589" h="18693" extrusionOk="0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2" name="Figure">
            <a:extLst>
              <a:ext uri="{FF2B5EF4-FFF2-40B4-BE49-F238E27FC236}">
                <a16:creationId xmlns:a16="http://schemas.microsoft.com/office/drawing/2014/main" id="{99797117-77EC-487C-AC12-14D95DCCAECD}"/>
              </a:ext>
            </a:extLst>
          </p:cNvPr>
          <p:cNvSpPr/>
          <p:nvPr/>
        </p:nvSpPr>
        <p:spPr>
          <a:xfrm rot="18469479" flipV="1">
            <a:off x="8578220" y="5399971"/>
            <a:ext cx="1745881" cy="12004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9116" extrusionOk="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 w="12700">
            <a:noFill/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3" name="Figure">
            <a:extLst>
              <a:ext uri="{FF2B5EF4-FFF2-40B4-BE49-F238E27FC236}">
                <a16:creationId xmlns:a16="http://schemas.microsoft.com/office/drawing/2014/main" id="{A300324B-00E8-4C94-A009-CC04B0C324C4}"/>
              </a:ext>
            </a:extLst>
          </p:cNvPr>
          <p:cNvSpPr/>
          <p:nvPr/>
        </p:nvSpPr>
        <p:spPr>
          <a:xfrm>
            <a:off x="9801738" y="6524337"/>
            <a:ext cx="218435" cy="2225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088" h="18770" extrusionOk="0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4" name="Figure">
            <a:extLst>
              <a:ext uri="{FF2B5EF4-FFF2-40B4-BE49-F238E27FC236}">
                <a16:creationId xmlns:a16="http://schemas.microsoft.com/office/drawing/2014/main" id="{C3DF862A-7806-436B-94C0-B0768CC8433A}"/>
              </a:ext>
            </a:extLst>
          </p:cNvPr>
          <p:cNvSpPr/>
          <p:nvPr/>
        </p:nvSpPr>
        <p:spPr>
          <a:xfrm>
            <a:off x="11926488" y="6491993"/>
            <a:ext cx="150794" cy="1436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202" h="18783" extrusionOk="0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5" name="Text Placeholder 21">
            <a:extLst>
              <a:ext uri="{FF2B5EF4-FFF2-40B4-BE49-F238E27FC236}">
                <a16:creationId xmlns:a16="http://schemas.microsoft.com/office/drawing/2014/main" id="{0C240034-E8E1-4A0B-B5DC-6D8830D1AA09}"/>
              </a:ext>
            </a:extLst>
          </p:cNvPr>
          <p:cNvSpPr txBox="1">
            <a:spLocks/>
          </p:cNvSpPr>
          <p:nvPr/>
        </p:nvSpPr>
        <p:spPr>
          <a:xfrm>
            <a:off x="7278673" y="276681"/>
            <a:ext cx="1163046" cy="11274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5400" b="1" kern="120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spcBef>
                <a:spcPct val="0"/>
              </a:spcBef>
            </a:pPr>
            <a:endParaRPr lang="en-US" dirty="0"/>
          </a:p>
        </p:txBody>
      </p:sp>
      <p:sp>
        <p:nvSpPr>
          <p:cNvPr id="16" name="Figure">
            <a:extLst>
              <a:ext uri="{FF2B5EF4-FFF2-40B4-BE49-F238E27FC236}">
                <a16:creationId xmlns:a16="http://schemas.microsoft.com/office/drawing/2014/main" id="{E6EEEF94-D40F-4EC9-A5CA-DB74D44126D6}"/>
              </a:ext>
            </a:extLst>
          </p:cNvPr>
          <p:cNvSpPr/>
          <p:nvPr/>
        </p:nvSpPr>
        <p:spPr>
          <a:xfrm>
            <a:off x="10530486" y="5383307"/>
            <a:ext cx="218435" cy="2225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088" h="18770" extrusionOk="0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34" name="Slide Number Placeholder 33">
            <a:extLst>
              <a:ext uri="{FF2B5EF4-FFF2-40B4-BE49-F238E27FC236}">
                <a16:creationId xmlns:a16="http://schemas.microsoft.com/office/drawing/2014/main" id="{19451E0A-FE31-4047-80FB-BF2FED10F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CB3F-26C9-44D7-A7CB-40F86C5CE4B1}" type="slidenum">
              <a:rPr lang="en-US" smtClean="0"/>
              <a:t>6</a:t>
            </a:fld>
            <a:endParaRPr lang="en-US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F4D5A8E-C6CF-4D00-83F7-DB54927ED1CD}"/>
              </a:ext>
            </a:extLst>
          </p:cNvPr>
          <p:cNvSpPr txBox="1">
            <a:spLocks/>
          </p:cNvSpPr>
          <p:nvPr/>
        </p:nvSpPr>
        <p:spPr>
          <a:xfrm>
            <a:off x="654164" y="636122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914354" rtl="0" eaLnBrk="1" latinLnBrk="0" hangingPunct="1">
              <a:defRPr sz="24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dirty="0">
                <a:solidFill>
                  <a:srgbClr val="E7B881"/>
                </a:solidFill>
                <a:latin typeface="Arial Black" panose="020B0A04020102020204" pitchFamily="34" charset="0"/>
              </a:rPr>
              <a:t>C</a:t>
            </a:r>
            <a:r>
              <a:rPr lang="en-US" sz="2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</a:p>
        </p:txBody>
      </p:sp>
      <p:pic>
        <p:nvPicPr>
          <p:cNvPr id="5" name="Graphic 4" descr="Question Mark">
            <a:extLst>
              <a:ext uri="{FF2B5EF4-FFF2-40B4-BE49-F238E27FC236}">
                <a16:creationId xmlns:a16="http://schemas.microsoft.com/office/drawing/2014/main" id="{487A3C0E-C5CB-4A86-9B99-6AC08F700A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17217" y="713843"/>
            <a:ext cx="2761456" cy="27614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71DA96-7630-4D4A-AE43-FE54EDF535CB}"/>
              </a:ext>
            </a:extLst>
          </p:cNvPr>
          <p:cNvSpPr txBox="1"/>
          <p:nvPr/>
        </p:nvSpPr>
        <p:spPr>
          <a:xfrm>
            <a:off x="2171827" y="3729806"/>
            <a:ext cx="7452565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How will users </a:t>
            </a:r>
            <a:r>
              <a:rPr lang="en-US" sz="4000" dirty="0">
                <a:solidFill>
                  <a:srgbClr val="E7B88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perceive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</a:p>
          <a:p>
            <a:pPr algn="ctr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product</a:t>
            </a:r>
          </a:p>
        </p:txBody>
      </p:sp>
    </p:spTree>
    <p:extLst>
      <p:ext uri="{BB962C8B-B14F-4D97-AF65-F5344CB8AC3E}">
        <p14:creationId xmlns:p14="http://schemas.microsoft.com/office/powerpoint/2010/main" val="1191436184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16196D-3A06-4545-AD31-03C4E648E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by Amaid Zia</a:t>
            </a:r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1610467-A24B-4A50-8DC2-7550F5C5F2B3}"/>
              </a:ext>
            </a:extLst>
          </p:cNvPr>
          <p:cNvSpPr/>
          <p:nvPr/>
        </p:nvSpPr>
        <p:spPr>
          <a:xfrm rot="4994718">
            <a:off x="11009811" y="4247995"/>
            <a:ext cx="1197858" cy="1389174"/>
          </a:xfrm>
          <a:custGeom>
            <a:avLst/>
            <a:gdLst>
              <a:gd name="connsiteX0" fmla="*/ 272811 w 1197858"/>
              <a:gd name="connsiteY0" fmla="*/ 0 h 1389174"/>
              <a:gd name="connsiteX1" fmla="*/ 924678 w 1197858"/>
              <a:gd name="connsiteY1" fmla="*/ 0 h 1389174"/>
              <a:gd name="connsiteX2" fmla="*/ 974454 w 1197858"/>
              <a:gd name="connsiteY2" fmla="*/ 32247 h 1389174"/>
              <a:gd name="connsiteX3" fmla="*/ 1189160 w 1197858"/>
              <a:gd name="connsiteY3" fmla="*/ 421913 h 1389174"/>
              <a:gd name="connsiteX4" fmla="*/ 850459 w 1197858"/>
              <a:gd name="connsiteY4" fmla="*/ 1387791 h 1389174"/>
              <a:gd name="connsiteX5" fmla="*/ 2923 w 1197858"/>
              <a:gd name="connsiteY5" fmla="*/ 541295 h 1389174"/>
              <a:gd name="connsiteX6" fmla="*/ 216245 w 1197858"/>
              <a:gd name="connsiteY6" fmla="*/ 37481 h 1389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97858" h="1389174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wrap="square" lIns="38100" tIns="38100" rIns="38100" bIns="38100" anchor="ctr">
            <a:noAutofit/>
          </a:bodyPr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1" name="Figure">
            <a:extLst>
              <a:ext uri="{FF2B5EF4-FFF2-40B4-BE49-F238E27FC236}">
                <a16:creationId xmlns:a16="http://schemas.microsoft.com/office/drawing/2014/main" id="{F8AF123D-F2B7-4809-8390-21358F10C0D1}"/>
              </a:ext>
            </a:extLst>
          </p:cNvPr>
          <p:cNvSpPr/>
          <p:nvPr/>
        </p:nvSpPr>
        <p:spPr>
          <a:xfrm>
            <a:off x="10164333" y="5621590"/>
            <a:ext cx="1772074" cy="1204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589" h="18693" extrusionOk="0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2" name="Figure">
            <a:extLst>
              <a:ext uri="{FF2B5EF4-FFF2-40B4-BE49-F238E27FC236}">
                <a16:creationId xmlns:a16="http://schemas.microsoft.com/office/drawing/2014/main" id="{99797117-77EC-487C-AC12-14D95DCCAECD}"/>
              </a:ext>
            </a:extLst>
          </p:cNvPr>
          <p:cNvSpPr/>
          <p:nvPr/>
        </p:nvSpPr>
        <p:spPr>
          <a:xfrm rot="18469479" flipV="1">
            <a:off x="8578220" y="5399971"/>
            <a:ext cx="1745881" cy="12004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9116" extrusionOk="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 w="12700">
            <a:noFill/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3" name="Figure">
            <a:extLst>
              <a:ext uri="{FF2B5EF4-FFF2-40B4-BE49-F238E27FC236}">
                <a16:creationId xmlns:a16="http://schemas.microsoft.com/office/drawing/2014/main" id="{A300324B-00E8-4C94-A009-CC04B0C324C4}"/>
              </a:ext>
            </a:extLst>
          </p:cNvPr>
          <p:cNvSpPr/>
          <p:nvPr/>
        </p:nvSpPr>
        <p:spPr>
          <a:xfrm>
            <a:off x="9801738" y="6524337"/>
            <a:ext cx="218435" cy="2225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088" h="18770" extrusionOk="0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4" name="Figure">
            <a:extLst>
              <a:ext uri="{FF2B5EF4-FFF2-40B4-BE49-F238E27FC236}">
                <a16:creationId xmlns:a16="http://schemas.microsoft.com/office/drawing/2014/main" id="{C3DF862A-7806-436B-94C0-B0768CC8433A}"/>
              </a:ext>
            </a:extLst>
          </p:cNvPr>
          <p:cNvSpPr/>
          <p:nvPr/>
        </p:nvSpPr>
        <p:spPr>
          <a:xfrm>
            <a:off x="11926488" y="6491993"/>
            <a:ext cx="150794" cy="1436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202" h="18783" extrusionOk="0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5" name="Text Placeholder 21">
            <a:extLst>
              <a:ext uri="{FF2B5EF4-FFF2-40B4-BE49-F238E27FC236}">
                <a16:creationId xmlns:a16="http://schemas.microsoft.com/office/drawing/2014/main" id="{0C240034-E8E1-4A0B-B5DC-6D8830D1AA09}"/>
              </a:ext>
            </a:extLst>
          </p:cNvPr>
          <p:cNvSpPr txBox="1">
            <a:spLocks/>
          </p:cNvSpPr>
          <p:nvPr/>
        </p:nvSpPr>
        <p:spPr>
          <a:xfrm>
            <a:off x="7278673" y="276681"/>
            <a:ext cx="1163046" cy="11274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5400" b="1" kern="120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spcBef>
                <a:spcPct val="0"/>
              </a:spcBef>
            </a:pPr>
            <a:endParaRPr lang="en-US" dirty="0"/>
          </a:p>
        </p:txBody>
      </p:sp>
      <p:sp>
        <p:nvSpPr>
          <p:cNvPr id="16" name="Figure">
            <a:extLst>
              <a:ext uri="{FF2B5EF4-FFF2-40B4-BE49-F238E27FC236}">
                <a16:creationId xmlns:a16="http://schemas.microsoft.com/office/drawing/2014/main" id="{E6EEEF94-D40F-4EC9-A5CA-DB74D44126D6}"/>
              </a:ext>
            </a:extLst>
          </p:cNvPr>
          <p:cNvSpPr/>
          <p:nvPr/>
        </p:nvSpPr>
        <p:spPr>
          <a:xfrm>
            <a:off x="10530486" y="5383307"/>
            <a:ext cx="218435" cy="2225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088" h="18770" extrusionOk="0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34" name="Slide Number Placeholder 33">
            <a:extLst>
              <a:ext uri="{FF2B5EF4-FFF2-40B4-BE49-F238E27FC236}">
                <a16:creationId xmlns:a16="http://schemas.microsoft.com/office/drawing/2014/main" id="{19451E0A-FE31-4047-80FB-BF2FED10F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CB3F-26C9-44D7-A7CB-40F86C5CE4B1}" type="slidenum">
              <a:rPr lang="en-US" smtClean="0"/>
              <a:t>7</a:t>
            </a:fld>
            <a:endParaRPr lang="en-US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F4D5A8E-C6CF-4D00-83F7-DB54927ED1CD}"/>
              </a:ext>
            </a:extLst>
          </p:cNvPr>
          <p:cNvSpPr txBox="1">
            <a:spLocks/>
          </p:cNvSpPr>
          <p:nvPr/>
        </p:nvSpPr>
        <p:spPr>
          <a:xfrm>
            <a:off x="654164" y="636122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914354" rtl="0" eaLnBrk="1" latinLnBrk="0" hangingPunct="1">
              <a:defRPr sz="24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dirty="0">
                <a:solidFill>
                  <a:srgbClr val="E7B881"/>
                </a:solidFill>
                <a:latin typeface="Arial Black" panose="020B0A04020102020204" pitchFamily="34" charset="0"/>
              </a:rPr>
              <a:t>C</a:t>
            </a:r>
            <a:r>
              <a:rPr lang="en-US" sz="2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</a:p>
        </p:txBody>
      </p:sp>
      <p:pic>
        <p:nvPicPr>
          <p:cNvPr id="5" name="Graphic 4" descr="Lightbulb">
            <a:extLst>
              <a:ext uri="{FF2B5EF4-FFF2-40B4-BE49-F238E27FC236}">
                <a16:creationId xmlns:a16="http://schemas.microsoft.com/office/drawing/2014/main" id="{487A3C0E-C5CB-4A86-9B99-6AC08F700A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517217" y="713843"/>
            <a:ext cx="2761456" cy="27614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71DA96-7630-4D4A-AE43-FE54EDF535CB}"/>
              </a:ext>
            </a:extLst>
          </p:cNvPr>
          <p:cNvSpPr txBox="1"/>
          <p:nvPr/>
        </p:nvSpPr>
        <p:spPr>
          <a:xfrm>
            <a:off x="2171827" y="3729806"/>
            <a:ext cx="7452565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Think of 4 major</a:t>
            </a:r>
          </a:p>
          <a:p>
            <a:pPr algn="ctr"/>
            <a:r>
              <a:rPr lang="en-US" sz="4000" dirty="0">
                <a:solidFill>
                  <a:srgbClr val="E7B88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components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of</a:t>
            </a:r>
          </a:p>
          <a:p>
            <a:pPr algn="ctr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Mental Model</a:t>
            </a:r>
          </a:p>
        </p:txBody>
      </p:sp>
    </p:spTree>
    <p:extLst>
      <p:ext uri="{BB962C8B-B14F-4D97-AF65-F5344CB8AC3E}">
        <p14:creationId xmlns:p14="http://schemas.microsoft.com/office/powerpoint/2010/main" val="3161112275"/>
      </p:ext>
    </p:extLst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60ABFE10-65BC-45E5-8860-DD15403D62B0}"/>
              </a:ext>
            </a:extLst>
          </p:cNvPr>
          <p:cNvGrpSpPr/>
          <p:nvPr/>
        </p:nvGrpSpPr>
        <p:grpSpPr>
          <a:xfrm>
            <a:off x="2137587" y="3502422"/>
            <a:ext cx="3384376" cy="2880320"/>
            <a:chOff x="1465295" y="1556792"/>
            <a:chExt cx="3384376" cy="2880320"/>
          </a:xfrm>
          <a:solidFill>
            <a:srgbClr val="8DB1C4"/>
          </a:solidFill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3119B1D4-80BF-4ECC-B096-B0E02B4E2D68}"/>
                </a:ext>
              </a:extLst>
            </p:cNvPr>
            <p:cNvSpPr/>
            <p:nvPr/>
          </p:nvSpPr>
          <p:spPr>
            <a:xfrm>
              <a:off x="1465295" y="1556792"/>
              <a:ext cx="3384376" cy="2880320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3BAE78E-565C-4783-BBFF-FA7F5D855154}"/>
                </a:ext>
              </a:extLst>
            </p:cNvPr>
            <p:cNvSpPr txBox="1"/>
            <p:nvPr/>
          </p:nvSpPr>
          <p:spPr>
            <a:xfrm>
              <a:off x="1704622" y="3018603"/>
              <a:ext cx="2905723" cy="83099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Arial Black" panose="020B0A04020102020204" pitchFamily="34" charset="0"/>
                </a:rPr>
                <a:t>Mapping</a:t>
              </a:r>
            </a:p>
            <a:p>
              <a:pPr algn="ctr"/>
              <a:r>
                <a:rPr lang="en-US" sz="2400" dirty="0">
                  <a:latin typeface="Arial Black" panose="020B0A04020102020204" pitchFamily="34" charset="0"/>
                </a:rPr>
                <a:t>3rd</a:t>
              </a:r>
            </a:p>
          </p:txBody>
        </p:sp>
        <p:pic>
          <p:nvPicPr>
            <p:cNvPr id="28" name="Graphic 27" descr="Connected">
              <a:extLst>
                <a:ext uri="{FF2B5EF4-FFF2-40B4-BE49-F238E27FC236}">
                  <a16:creationId xmlns:a16="http://schemas.microsoft.com/office/drawing/2014/main" id="{F3C61445-6AC1-4657-BAC6-8C677DCE01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2700283" y="1646775"/>
              <a:ext cx="914400" cy="914400"/>
            </a:xfrm>
            <a:prstGeom prst="rect">
              <a:avLst/>
            </a:prstGeom>
          </p:spPr>
        </p:pic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16196D-3A06-4545-AD31-03C4E648E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by Amaid Zia</a:t>
            </a:r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1610467-A24B-4A50-8DC2-7550F5C5F2B3}"/>
              </a:ext>
            </a:extLst>
          </p:cNvPr>
          <p:cNvSpPr/>
          <p:nvPr/>
        </p:nvSpPr>
        <p:spPr>
          <a:xfrm rot="4994718">
            <a:off x="11009811" y="4247995"/>
            <a:ext cx="1197858" cy="1389174"/>
          </a:xfrm>
          <a:custGeom>
            <a:avLst/>
            <a:gdLst>
              <a:gd name="connsiteX0" fmla="*/ 272811 w 1197858"/>
              <a:gd name="connsiteY0" fmla="*/ 0 h 1389174"/>
              <a:gd name="connsiteX1" fmla="*/ 924678 w 1197858"/>
              <a:gd name="connsiteY1" fmla="*/ 0 h 1389174"/>
              <a:gd name="connsiteX2" fmla="*/ 974454 w 1197858"/>
              <a:gd name="connsiteY2" fmla="*/ 32247 h 1389174"/>
              <a:gd name="connsiteX3" fmla="*/ 1189160 w 1197858"/>
              <a:gd name="connsiteY3" fmla="*/ 421913 h 1389174"/>
              <a:gd name="connsiteX4" fmla="*/ 850459 w 1197858"/>
              <a:gd name="connsiteY4" fmla="*/ 1387791 h 1389174"/>
              <a:gd name="connsiteX5" fmla="*/ 2923 w 1197858"/>
              <a:gd name="connsiteY5" fmla="*/ 541295 h 1389174"/>
              <a:gd name="connsiteX6" fmla="*/ 216245 w 1197858"/>
              <a:gd name="connsiteY6" fmla="*/ 37481 h 1389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97858" h="1389174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wrap="square" lIns="38100" tIns="38100" rIns="38100" bIns="38100" anchor="ctr">
            <a:noAutofit/>
          </a:bodyPr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1" name="Figure">
            <a:extLst>
              <a:ext uri="{FF2B5EF4-FFF2-40B4-BE49-F238E27FC236}">
                <a16:creationId xmlns:a16="http://schemas.microsoft.com/office/drawing/2014/main" id="{F8AF123D-F2B7-4809-8390-21358F10C0D1}"/>
              </a:ext>
            </a:extLst>
          </p:cNvPr>
          <p:cNvSpPr/>
          <p:nvPr/>
        </p:nvSpPr>
        <p:spPr>
          <a:xfrm>
            <a:off x="10164333" y="5621590"/>
            <a:ext cx="1772074" cy="1204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589" h="18693" extrusionOk="0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2" name="Figure">
            <a:extLst>
              <a:ext uri="{FF2B5EF4-FFF2-40B4-BE49-F238E27FC236}">
                <a16:creationId xmlns:a16="http://schemas.microsoft.com/office/drawing/2014/main" id="{99797117-77EC-487C-AC12-14D95DCCAECD}"/>
              </a:ext>
            </a:extLst>
          </p:cNvPr>
          <p:cNvSpPr/>
          <p:nvPr/>
        </p:nvSpPr>
        <p:spPr>
          <a:xfrm rot="18469479" flipV="1">
            <a:off x="8757321" y="5387476"/>
            <a:ext cx="1745881" cy="12004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9116" extrusionOk="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 w="12700">
            <a:noFill/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3" name="Figure">
            <a:extLst>
              <a:ext uri="{FF2B5EF4-FFF2-40B4-BE49-F238E27FC236}">
                <a16:creationId xmlns:a16="http://schemas.microsoft.com/office/drawing/2014/main" id="{A300324B-00E8-4C94-A009-CC04B0C324C4}"/>
              </a:ext>
            </a:extLst>
          </p:cNvPr>
          <p:cNvSpPr/>
          <p:nvPr/>
        </p:nvSpPr>
        <p:spPr>
          <a:xfrm>
            <a:off x="9801738" y="6524337"/>
            <a:ext cx="218435" cy="2225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088" h="18770" extrusionOk="0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4" name="Figure">
            <a:extLst>
              <a:ext uri="{FF2B5EF4-FFF2-40B4-BE49-F238E27FC236}">
                <a16:creationId xmlns:a16="http://schemas.microsoft.com/office/drawing/2014/main" id="{C3DF862A-7806-436B-94C0-B0768CC8433A}"/>
              </a:ext>
            </a:extLst>
          </p:cNvPr>
          <p:cNvSpPr/>
          <p:nvPr/>
        </p:nvSpPr>
        <p:spPr>
          <a:xfrm>
            <a:off x="11926488" y="6491993"/>
            <a:ext cx="150794" cy="1436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202" h="18783" extrusionOk="0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5" name="Text Placeholder 21">
            <a:extLst>
              <a:ext uri="{FF2B5EF4-FFF2-40B4-BE49-F238E27FC236}">
                <a16:creationId xmlns:a16="http://schemas.microsoft.com/office/drawing/2014/main" id="{0C240034-E8E1-4A0B-B5DC-6D8830D1AA09}"/>
              </a:ext>
            </a:extLst>
          </p:cNvPr>
          <p:cNvSpPr txBox="1">
            <a:spLocks/>
          </p:cNvSpPr>
          <p:nvPr/>
        </p:nvSpPr>
        <p:spPr>
          <a:xfrm>
            <a:off x="7199882" y="276681"/>
            <a:ext cx="1163046" cy="11274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5400" b="1" kern="120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spcBef>
                <a:spcPct val="0"/>
              </a:spcBef>
            </a:pPr>
            <a:endParaRPr lang="en-US" dirty="0"/>
          </a:p>
        </p:txBody>
      </p:sp>
      <p:sp>
        <p:nvSpPr>
          <p:cNvPr id="16" name="Figure">
            <a:extLst>
              <a:ext uri="{FF2B5EF4-FFF2-40B4-BE49-F238E27FC236}">
                <a16:creationId xmlns:a16="http://schemas.microsoft.com/office/drawing/2014/main" id="{E6EEEF94-D40F-4EC9-A5CA-DB74D44126D6}"/>
              </a:ext>
            </a:extLst>
          </p:cNvPr>
          <p:cNvSpPr/>
          <p:nvPr/>
        </p:nvSpPr>
        <p:spPr>
          <a:xfrm>
            <a:off x="10530486" y="5383307"/>
            <a:ext cx="218435" cy="2225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088" h="18770" extrusionOk="0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34" name="Slide Number Placeholder 33">
            <a:extLst>
              <a:ext uri="{FF2B5EF4-FFF2-40B4-BE49-F238E27FC236}">
                <a16:creationId xmlns:a16="http://schemas.microsoft.com/office/drawing/2014/main" id="{19451E0A-FE31-4047-80FB-BF2FED10F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CB3F-26C9-44D7-A7CB-40F86C5CE4B1}" type="slidenum">
              <a:rPr lang="en-US" smtClean="0"/>
              <a:t>8</a:t>
            </a:fld>
            <a:endParaRPr lang="en-US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F4D5A8E-C6CF-4D00-83F7-DB54927ED1CD}"/>
              </a:ext>
            </a:extLst>
          </p:cNvPr>
          <p:cNvSpPr txBox="1">
            <a:spLocks/>
          </p:cNvSpPr>
          <p:nvPr/>
        </p:nvSpPr>
        <p:spPr>
          <a:xfrm>
            <a:off x="654164" y="636122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914354" rtl="0" eaLnBrk="1" latinLnBrk="0" hangingPunct="1">
              <a:defRPr sz="24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dirty="0">
                <a:solidFill>
                  <a:srgbClr val="E7B881"/>
                </a:solidFill>
                <a:latin typeface="Arial Black" panose="020B0A04020102020204" pitchFamily="34" charset="0"/>
              </a:rPr>
              <a:t>C</a:t>
            </a:r>
            <a:r>
              <a:rPr lang="en-US" sz="2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7151B0A-2770-42B2-9EF5-2B8C3DCE27AA}"/>
              </a:ext>
            </a:extLst>
          </p:cNvPr>
          <p:cNvGrpSpPr/>
          <p:nvPr/>
        </p:nvGrpSpPr>
        <p:grpSpPr>
          <a:xfrm>
            <a:off x="2160144" y="284604"/>
            <a:ext cx="3384376" cy="2880320"/>
            <a:chOff x="1465295" y="1556792"/>
            <a:chExt cx="3384376" cy="2880320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30E495CF-3342-4920-8880-17473594B04C}"/>
                </a:ext>
              </a:extLst>
            </p:cNvPr>
            <p:cNvSpPr/>
            <p:nvPr/>
          </p:nvSpPr>
          <p:spPr>
            <a:xfrm>
              <a:off x="1465295" y="1556792"/>
              <a:ext cx="3384376" cy="2880320"/>
            </a:xfrm>
            <a:prstGeom prst="roundRect">
              <a:avLst/>
            </a:prstGeom>
            <a:solidFill>
              <a:srgbClr val="E7B881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9" name="Graphic 18" descr="Lightbulb">
              <a:extLst>
                <a:ext uri="{FF2B5EF4-FFF2-40B4-BE49-F238E27FC236}">
                  <a16:creationId xmlns:a16="http://schemas.microsoft.com/office/drawing/2014/main" id="{D5FBF5F2-BDAB-4839-8586-FEFA1D8C9E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700283" y="1646775"/>
              <a:ext cx="914400" cy="914400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6FE44AB-54C8-4EBB-A491-CAA40C772EA8}"/>
                </a:ext>
              </a:extLst>
            </p:cNvPr>
            <p:cNvSpPr txBox="1"/>
            <p:nvPr/>
          </p:nvSpPr>
          <p:spPr>
            <a:xfrm>
              <a:off x="1704622" y="3018603"/>
              <a:ext cx="290572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Arial Black" panose="020B0A04020102020204" pitchFamily="34" charset="0"/>
                </a:rPr>
                <a:t>Affordance</a:t>
              </a:r>
            </a:p>
            <a:p>
              <a:pPr algn="ctr"/>
              <a:r>
                <a:rPr lang="en-US" sz="2400" dirty="0">
                  <a:latin typeface="Arial Black" panose="020B0A04020102020204" pitchFamily="34" charset="0"/>
                </a:rPr>
                <a:t>1st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8D7C49C-BB77-4397-A027-99AB53B6DDB5}"/>
              </a:ext>
            </a:extLst>
          </p:cNvPr>
          <p:cNvGrpSpPr/>
          <p:nvPr/>
        </p:nvGrpSpPr>
        <p:grpSpPr>
          <a:xfrm>
            <a:off x="6096879" y="276681"/>
            <a:ext cx="3384376" cy="2880320"/>
            <a:chOff x="6960096" y="1556792"/>
            <a:chExt cx="3384376" cy="2880320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82DA748A-87FF-4EB8-BE8A-098AD5FAC66F}"/>
                </a:ext>
              </a:extLst>
            </p:cNvPr>
            <p:cNvSpPr/>
            <p:nvPr/>
          </p:nvSpPr>
          <p:spPr>
            <a:xfrm>
              <a:off x="6960096" y="1556792"/>
              <a:ext cx="3384376" cy="2880320"/>
            </a:xfrm>
            <a:prstGeom prst="roundRect">
              <a:avLst/>
            </a:prstGeom>
            <a:solidFill>
              <a:srgbClr val="E462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3" name="Graphic 22" descr="No sign">
              <a:extLst>
                <a:ext uri="{FF2B5EF4-FFF2-40B4-BE49-F238E27FC236}">
                  <a16:creationId xmlns:a16="http://schemas.microsoft.com/office/drawing/2014/main" id="{46959EEB-B8BA-4873-B1E8-84895226A4B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8182193" y="1646775"/>
              <a:ext cx="914400" cy="91440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155CFC7-5A32-4E07-8716-E861499D5824}"/>
                </a:ext>
              </a:extLst>
            </p:cNvPr>
            <p:cNvSpPr txBox="1"/>
            <p:nvPr/>
          </p:nvSpPr>
          <p:spPr>
            <a:xfrm>
              <a:off x="7186531" y="3122286"/>
              <a:ext cx="290572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Arial Black" panose="020B0A04020102020204" pitchFamily="34" charset="0"/>
                </a:rPr>
                <a:t>Constraints</a:t>
              </a:r>
            </a:p>
            <a:p>
              <a:pPr algn="ctr"/>
              <a:r>
                <a:rPr lang="en-US" sz="2400" dirty="0">
                  <a:latin typeface="Arial Black" panose="020B0A04020102020204" pitchFamily="34" charset="0"/>
                </a:rPr>
                <a:t>2nd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19304FA-4671-4034-92B8-A39555D7C341}"/>
              </a:ext>
            </a:extLst>
          </p:cNvPr>
          <p:cNvGrpSpPr/>
          <p:nvPr/>
        </p:nvGrpSpPr>
        <p:grpSpPr>
          <a:xfrm>
            <a:off x="6096879" y="3524073"/>
            <a:ext cx="3384376" cy="2880320"/>
            <a:chOff x="6960096" y="1556792"/>
            <a:chExt cx="3384376" cy="2880320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741A1394-C321-4520-BD00-75C8DE3FCCCD}"/>
                </a:ext>
              </a:extLst>
            </p:cNvPr>
            <p:cNvSpPr/>
            <p:nvPr/>
          </p:nvSpPr>
          <p:spPr>
            <a:xfrm>
              <a:off x="6960096" y="1556792"/>
              <a:ext cx="3384376" cy="2880320"/>
            </a:xfrm>
            <a:prstGeom prst="roundRect">
              <a:avLst/>
            </a:prstGeom>
            <a:solidFill>
              <a:srgbClr val="4035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2" name="Graphic 31" descr="Chevron arrows">
              <a:extLst>
                <a:ext uri="{FF2B5EF4-FFF2-40B4-BE49-F238E27FC236}">
                  <a16:creationId xmlns:a16="http://schemas.microsoft.com/office/drawing/2014/main" id="{64261A24-E072-444F-AA42-A10F94C9E74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>
              <a:off x="8182193" y="1646775"/>
              <a:ext cx="914400" cy="914400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6D512C8-E0AE-4570-B02E-FC54B4BE3F50}"/>
                </a:ext>
              </a:extLst>
            </p:cNvPr>
            <p:cNvSpPr txBox="1"/>
            <p:nvPr/>
          </p:nvSpPr>
          <p:spPr>
            <a:xfrm>
              <a:off x="7186531" y="3122286"/>
              <a:ext cx="290572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Arial Black" panose="020B0A04020102020204" pitchFamily="34" charset="0"/>
                </a:rPr>
                <a:t>Causality</a:t>
              </a:r>
            </a:p>
            <a:p>
              <a:pPr algn="ctr"/>
              <a:r>
                <a:rPr lang="en-US" sz="2400" dirty="0">
                  <a:latin typeface="Arial Black" panose="020B0A04020102020204" pitchFamily="34" charset="0"/>
                </a:rPr>
                <a:t>4th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4258831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16196D-3A06-4545-AD31-03C4E648E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by Amaid Zia</a:t>
            </a:r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F4D5A8E-C6CF-4D00-83F7-DB54927ED1CD}"/>
              </a:ext>
            </a:extLst>
          </p:cNvPr>
          <p:cNvSpPr txBox="1">
            <a:spLocks/>
          </p:cNvSpPr>
          <p:nvPr/>
        </p:nvSpPr>
        <p:spPr>
          <a:xfrm>
            <a:off x="654164" y="636122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914354" rtl="0" eaLnBrk="1" latinLnBrk="0" hangingPunct="1">
              <a:defRPr sz="24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dirty="0">
                <a:solidFill>
                  <a:srgbClr val="E7B881"/>
                </a:solidFill>
                <a:latin typeface="Arial Black" panose="020B0A04020102020204" pitchFamily="34" charset="0"/>
              </a:rPr>
              <a:t>C</a:t>
            </a:r>
            <a:r>
              <a:rPr lang="en-US" sz="2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229697" y="246309"/>
            <a:ext cx="2555949" cy="6078238"/>
            <a:chOff x="229697" y="278112"/>
            <a:chExt cx="2555949" cy="6078238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30E495CF-3342-4920-8880-17473594B04C}"/>
                </a:ext>
              </a:extLst>
            </p:cNvPr>
            <p:cNvSpPr/>
            <p:nvPr/>
          </p:nvSpPr>
          <p:spPr>
            <a:xfrm>
              <a:off x="229697" y="278112"/>
              <a:ext cx="2555949" cy="6078238"/>
            </a:xfrm>
            <a:prstGeom prst="roundRect">
              <a:avLst/>
            </a:prstGeom>
            <a:solidFill>
              <a:srgbClr val="E7B881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9" name="Graphic 18" descr="Lightbulb">
              <a:extLst>
                <a:ext uri="{FF2B5EF4-FFF2-40B4-BE49-F238E27FC236}">
                  <a16:creationId xmlns:a16="http://schemas.microsoft.com/office/drawing/2014/main" id="{D5FBF5F2-BDAB-4839-8586-FEFA1D8C9E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62385" y="351670"/>
              <a:ext cx="690573" cy="747490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6FE44AB-54C8-4EBB-A491-CAA40C772EA8}"/>
                </a:ext>
              </a:extLst>
            </p:cNvPr>
            <p:cNvSpPr txBox="1"/>
            <p:nvPr/>
          </p:nvSpPr>
          <p:spPr>
            <a:xfrm>
              <a:off x="410442" y="1473091"/>
              <a:ext cx="2194461" cy="6793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Arial Black" panose="020B0A04020102020204" pitchFamily="34" charset="0"/>
                </a:rPr>
                <a:t>Affordance</a:t>
              </a:r>
            </a:p>
            <a:p>
              <a:pPr algn="ctr"/>
              <a:r>
                <a:rPr lang="en-US" sz="2400" dirty="0">
                  <a:latin typeface="Arial Black" panose="020B0A04020102020204" pitchFamily="34" charset="0"/>
                </a:rPr>
                <a:t>1st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44908" y="3068960"/>
              <a:ext cx="212552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Possible actions on a product</a:t>
              </a: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3287303" y="246309"/>
            <a:ext cx="2560320" cy="6078238"/>
            <a:chOff x="3270065" y="278112"/>
            <a:chExt cx="2560320" cy="6078238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82DA748A-87FF-4EB8-BE8A-098AD5FAC66F}"/>
                </a:ext>
              </a:extLst>
            </p:cNvPr>
            <p:cNvSpPr/>
            <p:nvPr/>
          </p:nvSpPr>
          <p:spPr>
            <a:xfrm>
              <a:off x="3270065" y="278112"/>
              <a:ext cx="2560320" cy="6078238"/>
            </a:xfrm>
            <a:prstGeom prst="roundRect">
              <a:avLst/>
            </a:prstGeom>
            <a:solidFill>
              <a:srgbClr val="E462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3" name="Graphic 22" descr="No sign">
              <a:extLst>
                <a:ext uri="{FF2B5EF4-FFF2-40B4-BE49-F238E27FC236}">
                  <a16:creationId xmlns:a16="http://schemas.microsoft.com/office/drawing/2014/main" id="{46959EEB-B8BA-4873-B1E8-84895226A4B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4194597" y="349528"/>
              <a:ext cx="691754" cy="725724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155CFC7-5A32-4E07-8716-E861499D5824}"/>
                </a:ext>
              </a:extLst>
            </p:cNvPr>
            <p:cNvSpPr txBox="1"/>
            <p:nvPr/>
          </p:nvSpPr>
          <p:spPr>
            <a:xfrm>
              <a:off x="3441367" y="1520583"/>
              <a:ext cx="2198213" cy="659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Arial Black" panose="020B0A04020102020204" pitchFamily="34" charset="0"/>
                </a:rPr>
                <a:t>Constraints</a:t>
              </a:r>
            </a:p>
            <a:p>
              <a:pPr algn="ctr"/>
              <a:r>
                <a:rPr lang="en-US" sz="2400" dirty="0">
                  <a:latin typeface="Arial Black" panose="020B0A04020102020204" pitchFamily="34" charset="0"/>
                </a:rPr>
                <a:t>2nd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575720" y="3127880"/>
              <a:ext cx="212552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Limits on those possible actions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9411256" y="246309"/>
            <a:ext cx="2560320" cy="6078238"/>
            <a:chOff x="6314804" y="278112"/>
            <a:chExt cx="2560320" cy="6078238"/>
          </a:xfrm>
        </p:grpSpPr>
        <p:sp>
          <p:nvSpPr>
            <p:cNvPr id="15" name="Text Placeholder 21">
              <a:extLst>
                <a:ext uri="{FF2B5EF4-FFF2-40B4-BE49-F238E27FC236}">
                  <a16:creationId xmlns:a16="http://schemas.microsoft.com/office/drawing/2014/main" id="{0C240034-E8E1-4A0B-B5DC-6D8830D1AA09}"/>
                </a:ext>
              </a:extLst>
            </p:cNvPr>
            <p:cNvSpPr txBox="1">
              <a:spLocks/>
            </p:cNvSpPr>
            <p:nvPr/>
          </p:nvSpPr>
          <p:spPr>
            <a:xfrm>
              <a:off x="7418686" y="330643"/>
              <a:ext cx="1163046" cy="112747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lang="en-US" sz="5400" b="1" kern="1200">
                  <a:solidFill>
                    <a:schemeClr val="accent1"/>
                  </a:solidFill>
                  <a:latin typeface="+mn-lt"/>
                  <a:ea typeface="+mj-ea"/>
                  <a:cs typeface="+mj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28600" indent="-228600">
                <a:spcBef>
                  <a:spcPct val="0"/>
                </a:spcBef>
              </a:pPr>
              <a:endParaRPr lang="en-US" dirty="0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741A1394-C321-4520-BD00-75C8DE3FCCCD}"/>
                </a:ext>
              </a:extLst>
            </p:cNvPr>
            <p:cNvSpPr/>
            <p:nvPr/>
          </p:nvSpPr>
          <p:spPr>
            <a:xfrm>
              <a:off x="6314804" y="278112"/>
              <a:ext cx="2560320" cy="6078238"/>
            </a:xfrm>
            <a:prstGeom prst="roundRect">
              <a:avLst/>
            </a:prstGeom>
            <a:solidFill>
              <a:srgbClr val="4035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2" name="Graphic 31" descr="Chevron arrows">
              <a:extLst>
                <a:ext uri="{FF2B5EF4-FFF2-40B4-BE49-F238E27FC236}">
                  <a16:creationId xmlns:a16="http://schemas.microsoft.com/office/drawing/2014/main" id="{64261A24-E072-444F-AA42-A10F94C9E74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7239335" y="349528"/>
              <a:ext cx="691754" cy="725724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6D512C8-E0AE-4570-B02E-FC54B4BE3F50}"/>
                </a:ext>
              </a:extLst>
            </p:cNvPr>
            <p:cNvSpPr txBox="1"/>
            <p:nvPr/>
          </p:nvSpPr>
          <p:spPr>
            <a:xfrm>
              <a:off x="6486105" y="1520585"/>
              <a:ext cx="2198213" cy="659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Arial Black" panose="020B0A04020102020204" pitchFamily="34" charset="0"/>
                </a:rPr>
                <a:t>Causality</a:t>
              </a:r>
            </a:p>
            <a:p>
              <a:pPr algn="ctr"/>
              <a:r>
                <a:rPr lang="en-US" sz="2400" dirty="0">
                  <a:latin typeface="Arial Black" panose="020B0A04020102020204" pitchFamily="34" charset="0"/>
                </a:rPr>
                <a:t>4th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532200" y="3172740"/>
              <a:ext cx="212552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How an action on a control changes the product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6349280" y="246309"/>
            <a:ext cx="2560320" cy="6078238"/>
            <a:chOff x="9359543" y="278112"/>
            <a:chExt cx="2560320" cy="6078238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3119B1D4-80BF-4ECC-B096-B0E02B4E2D68}"/>
                </a:ext>
              </a:extLst>
            </p:cNvPr>
            <p:cNvSpPr/>
            <p:nvPr/>
          </p:nvSpPr>
          <p:spPr>
            <a:xfrm>
              <a:off x="9359543" y="278112"/>
              <a:ext cx="2560320" cy="6078238"/>
            </a:xfrm>
            <a:prstGeom prst="roundRect">
              <a:avLst/>
            </a:prstGeom>
            <a:solidFill>
              <a:srgbClr val="8DB1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3BAE78E-565C-4783-BBFF-FA7F5D855154}"/>
                </a:ext>
              </a:extLst>
            </p:cNvPr>
            <p:cNvSpPr txBox="1"/>
            <p:nvPr/>
          </p:nvSpPr>
          <p:spPr>
            <a:xfrm>
              <a:off x="9540597" y="1438296"/>
              <a:ext cx="2198213" cy="659531"/>
            </a:xfrm>
            <a:prstGeom prst="rect">
              <a:avLst/>
            </a:prstGeom>
            <a:solidFill>
              <a:srgbClr val="8DB1C4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Arial Black" panose="020B0A04020102020204" pitchFamily="34" charset="0"/>
                </a:rPr>
                <a:t>Mapping</a:t>
              </a:r>
            </a:p>
            <a:p>
              <a:pPr algn="ctr"/>
              <a:r>
                <a:rPr lang="en-US" sz="2400" dirty="0">
                  <a:latin typeface="Arial Black" panose="020B0A04020102020204" pitchFamily="34" charset="0"/>
                </a:rPr>
                <a:t>3rd</a:t>
              </a:r>
            </a:p>
          </p:txBody>
        </p:sp>
        <p:pic>
          <p:nvPicPr>
            <p:cNvPr id="28" name="Graphic 27" descr="Connected">
              <a:extLst>
                <a:ext uri="{FF2B5EF4-FFF2-40B4-BE49-F238E27FC236}">
                  <a16:creationId xmlns:a16="http://schemas.microsoft.com/office/drawing/2014/main" id="{F3C61445-6AC1-4657-BAC6-8C677DCE017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>
              <a:off x="10293826" y="349528"/>
              <a:ext cx="691754" cy="725724"/>
            </a:xfrm>
            <a:prstGeom prst="rect">
              <a:avLst/>
            </a:prstGeom>
          </p:spPr>
        </p:pic>
        <p:sp>
          <p:nvSpPr>
            <p:cNvPr id="37" name="TextBox 36"/>
            <p:cNvSpPr txBox="1"/>
            <p:nvPr/>
          </p:nvSpPr>
          <p:spPr>
            <a:xfrm>
              <a:off x="9540597" y="3230375"/>
              <a:ext cx="212552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Which Control is related to which part of product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80601723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0714F9A-57FC-47D3-A196-531173ED6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300" dirty="0">
                <a:solidFill>
                  <a:srgbClr val="E7B881"/>
                </a:solidFill>
                <a:latin typeface="Arial Black" panose="020B0A04020102020204" pitchFamily="34" charset="0"/>
              </a:rPr>
              <a:t>Affordance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67294BB8-BC44-4C40-92EC-EEECFE983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by Amaid Zia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3CE9D0F3-9133-42C7-9A2F-EE6DD2CB4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CB3F-26C9-44D7-A7CB-40F86C5CE4B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719169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4759F0B-9EB3-4FF3-A280-BE6530275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300" dirty="0">
                <a:solidFill>
                  <a:srgbClr val="E7B881"/>
                </a:solidFill>
                <a:latin typeface="Arial Black" panose="020B0A04020102020204" pitchFamily="34" charset="0"/>
              </a:rPr>
              <a:t>AFFORDANCE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A3BDA9A-FD28-48C9-BB14-52AFDB86F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Range of possible actions by a user on an object</a:t>
            </a:r>
          </a:p>
          <a:p>
            <a:pPr>
              <a:lnSpc>
                <a:spcPct val="200000"/>
              </a:lnSpc>
            </a:pPr>
            <a:r>
              <a:rPr lang="en-US" dirty="0">
                <a:sym typeface="Wingdings" panose="05000000000000000000" pitchFamily="2" charset="2"/>
              </a:rPr>
              <a:t>A button affords pressing</a:t>
            </a:r>
            <a:endParaRPr lang="en-US" dirty="0"/>
          </a:p>
          <a:p>
            <a:pPr>
              <a:lnSpc>
                <a:spcPct val="200000"/>
              </a:lnSpc>
            </a:pPr>
            <a:r>
              <a:rPr lang="en-US" dirty="0"/>
              <a:t>A chair affords sitting/support. What else ??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0FF36-A7AA-4752-AA0D-6BE0987CC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by Amaid Zia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FB4A3-AE17-459A-8F1F-EBDBAA06F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CB3F-26C9-44D7-A7CB-40F86C5CE4B1}" type="slidenum">
              <a:rPr lang="en-US" smtClean="0"/>
              <a:t>11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8048" y="2708920"/>
            <a:ext cx="1925960" cy="192596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6400" y="3802257"/>
            <a:ext cx="1353312" cy="1802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450203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A3BDA9A-FD28-48C9-BB14-52AFDB86F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88" y="782276"/>
            <a:ext cx="11017224" cy="5239011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Affordance is a relationship</a:t>
            </a:r>
          </a:p>
          <a:p>
            <a:pPr>
              <a:lnSpc>
                <a:spcPct val="200000"/>
              </a:lnSpc>
            </a:pPr>
            <a:r>
              <a:rPr lang="en-US" dirty="0">
                <a:highlight>
                  <a:srgbClr val="FFFF00"/>
                </a:highlight>
                <a:sym typeface="Wingdings" panose="05000000000000000000" pitchFamily="2" charset="2"/>
              </a:rPr>
              <a:t>To be effective affordances have to be perceivable</a:t>
            </a:r>
            <a:endParaRPr lang="en-US" dirty="0">
              <a:highlight>
                <a:srgbClr val="FFFF00"/>
              </a:highlight>
            </a:endParaRPr>
          </a:p>
          <a:p>
            <a:pPr>
              <a:lnSpc>
                <a:spcPct val="200000"/>
              </a:lnSpc>
            </a:pPr>
            <a:r>
              <a:rPr lang="en-US" dirty="0"/>
              <a:t>Real vs Perceived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0FF36-A7AA-4752-AA0D-6BE0987CC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by Amaid Zia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FB4A3-AE17-459A-8F1F-EBDBAA06F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CB3F-26C9-44D7-A7CB-40F86C5CE4B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30791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A3BDA9A-FD28-48C9-BB14-52AFDB86F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88" y="782276"/>
            <a:ext cx="11017224" cy="5239011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What would be the affordance of :</a:t>
            </a:r>
          </a:p>
          <a:p>
            <a:pPr lvl="2">
              <a:lnSpc>
                <a:spcPct val="200000"/>
              </a:lnSpc>
            </a:pPr>
            <a:r>
              <a:rPr lang="en-US" dirty="0"/>
              <a:t>A Door knob</a:t>
            </a:r>
          </a:p>
          <a:p>
            <a:pPr lvl="2">
              <a:lnSpc>
                <a:spcPct val="200000"/>
              </a:lnSpc>
            </a:pPr>
            <a:r>
              <a:rPr lang="en-US" dirty="0"/>
              <a:t>A slot</a:t>
            </a:r>
          </a:p>
          <a:p>
            <a:pPr lvl="2">
              <a:lnSpc>
                <a:spcPct val="200000"/>
              </a:lnSpc>
            </a:pPr>
            <a:r>
              <a:rPr lang="en-US" dirty="0"/>
              <a:t>Glass slab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0FF36-A7AA-4752-AA0D-6BE0987CC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by Amaid Zia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FB4A3-AE17-459A-8F1F-EBDBAA06F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CB3F-26C9-44D7-A7CB-40F86C5CE4B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15823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4759F0B-9EB3-4FF3-A280-BE6530275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300" dirty="0">
                <a:solidFill>
                  <a:srgbClr val="E7B881"/>
                </a:solidFill>
                <a:latin typeface="Arial Black" panose="020B0A04020102020204" pitchFamily="34" charset="0"/>
              </a:rPr>
              <a:t>E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xamples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A3BDA9A-FD28-48C9-BB14-52AFDB86F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0FF36-A7AA-4752-AA0D-6BE0987CC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by Amaid Zia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FB4A3-AE17-459A-8F1F-EBDBAA06F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CB3F-26C9-44D7-A7CB-40F86C5CE4B1}" type="slidenum">
              <a:rPr lang="en-US" smtClean="0"/>
              <a:t>14</a:t>
            </a:fld>
            <a:endParaRPr lang="en-US"/>
          </a:p>
        </p:txBody>
      </p:sp>
      <p:pic>
        <p:nvPicPr>
          <p:cNvPr id="1026" name="Picture 2" descr="https://lh4.googleusercontent.com/4m75IxEJbwH2xd2F_ri4wMhXh9SIsfnREJ3PN4toqoy9HghUK5tEZiVGQe825XfmxDnBqIG3mIT6EwrjSIZYQE15N_nYzUwizjGkhV-3SfSQo_-ZrX7nI2-okreyHQJwnPXc7l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08" t="37107" r="6853" b="12494"/>
          <a:stretch/>
        </p:blipFill>
        <p:spPr bwMode="auto">
          <a:xfrm>
            <a:off x="838200" y="1117476"/>
            <a:ext cx="9433049" cy="5040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100353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4759F0B-9EB3-4FF3-A280-BE6530275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300" dirty="0">
                <a:solidFill>
                  <a:srgbClr val="E7B881"/>
                </a:solidFill>
                <a:latin typeface="Arial Black" panose="020B0A04020102020204" pitchFamily="34" charset="0"/>
              </a:rPr>
              <a:t>C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ontd…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A3BDA9A-FD28-48C9-BB14-52AFDB86F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0FF36-A7AA-4752-AA0D-6BE0987CC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by Amaid Zia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FB4A3-AE17-459A-8F1F-EBDBAA06F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CB3F-26C9-44D7-A7CB-40F86C5CE4B1}" type="slidenum">
              <a:rPr lang="en-US" smtClean="0"/>
              <a:t>15</a:t>
            </a:fld>
            <a:endParaRPr lang="en-US"/>
          </a:p>
        </p:txBody>
      </p:sp>
      <p:pic>
        <p:nvPicPr>
          <p:cNvPr id="2050" name="Picture 2" descr="https://lh3.googleusercontent.com/9nNRHZkXPOyRDJ5NV_slI-F01Mjt5uwaMbGbP8U7DaGAKuwMivGf6uh-epYSji6D7ffLwWqci41moS5VT59lPYRTBKjTttIrkeYHkskeNVwhwQiTgYMt514jl63sC2sI8Zc2-t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8" t="19521" r="5232" b="27200"/>
          <a:stretch/>
        </p:blipFill>
        <p:spPr bwMode="auto">
          <a:xfrm>
            <a:off x="1072077" y="932235"/>
            <a:ext cx="10009113" cy="532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008385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4759F0B-9EB3-4FF3-A280-BE6530275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300" dirty="0">
                <a:solidFill>
                  <a:srgbClr val="E7B881"/>
                </a:solidFill>
                <a:latin typeface="Arial Black" panose="020B0A04020102020204" pitchFamily="34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ssue ?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A3BDA9A-FD28-48C9-BB14-52AFDB86F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0FF36-A7AA-4752-AA0D-6BE0987CC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by Amaid Zia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FB4A3-AE17-459A-8F1F-EBDBAA06F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CB3F-26C9-44D7-A7CB-40F86C5CE4B1}" type="slidenum">
              <a:rPr lang="en-US" smtClean="0"/>
              <a:t>16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2871" y="980728"/>
            <a:ext cx="7426256" cy="542631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968543" y="4797152"/>
            <a:ext cx="23762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Taken from Design of Everything by Dan Norman</a:t>
            </a:r>
          </a:p>
        </p:txBody>
      </p:sp>
    </p:spTree>
    <p:extLst>
      <p:ext uri="{BB962C8B-B14F-4D97-AF65-F5344CB8AC3E}">
        <p14:creationId xmlns:p14="http://schemas.microsoft.com/office/powerpoint/2010/main" val="538143396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4759F0B-9EB3-4FF3-A280-BE6530275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300" dirty="0">
                <a:solidFill>
                  <a:srgbClr val="E7B881"/>
                </a:solidFill>
                <a:latin typeface="Arial Black" panose="020B0A04020102020204" pitchFamily="34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ssue ?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A3BDA9A-FD28-48C9-BB14-52AFDB86F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0FF36-A7AA-4752-AA0D-6BE0987CC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by Amaid Zia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FB4A3-AE17-459A-8F1F-EBDBAA06F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CB3F-26C9-44D7-A7CB-40F86C5CE4B1}" type="slidenum">
              <a:rPr lang="en-US" smtClean="0"/>
              <a:t>17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592" y="1043442"/>
            <a:ext cx="6599327" cy="521738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336360" y="4797152"/>
            <a:ext cx="23762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Taken from Design of Everything by Dan Norman</a:t>
            </a:r>
          </a:p>
        </p:txBody>
      </p:sp>
    </p:spTree>
    <p:extLst>
      <p:ext uri="{BB962C8B-B14F-4D97-AF65-F5344CB8AC3E}">
        <p14:creationId xmlns:p14="http://schemas.microsoft.com/office/powerpoint/2010/main" val="3619507197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8A3CAC3-9808-4677-95FD-A7B0EBFFB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4824"/>
            <a:ext cx="10515600" cy="2852737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Con</a:t>
            </a:r>
            <a:r>
              <a:rPr lang="en-US" dirty="0"/>
              <a:t>straints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73FC46-44B9-4745-B7A4-35ED882A6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by Amaid Zia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48CA16-1510-4FF3-A4CB-7844C29B1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CB3F-26C9-44D7-A7CB-40F86C5CE4B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503763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4759F0B-9EB3-4FF3-A280-BE6530275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599" cy="1132235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Con</a:t>
            </a:r>
            <a:r>
              <a:rPr lang="en-US" dirty="0"/>
              <a:t>straints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A3BDA9A-FD28-48C9-BB14-52AFDB86F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834" y="1628800"/>
            <a:ext cx="10515600" cy="4536504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dirty="0"/>
              <a:t>Affordance represents possibilities</a:t>
            </a:r>
          </a:p>
          <a:p>
            <a:pPr>
              <a:lnSpc>
                <a:spcPct val="200000"/>
              </a:lnSpc>
            </a:pPr>
            <a:r>
              <a:rPr lang="en-US" dirty="0"/>
              <a:t>Constraints represent limitations (on actions)</a:t>
            </a:r>
          </a:p>
          <a:p>
            <a:pPr>
              <a:lnSpc>
                <a:spcPct val="200000"/>
              </a:lnSpc>
            </a:pPr>
            <a:r>
              <a:rPr lang="en-US" dirty="0"/>
              <a:t>Useful in controlling complexity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0FF36-A7AA-4752-AA0D-6BE0987CC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Lecture by Amaid Zia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FB4A3-AE17-459A-8F1F-EBDBAA06F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325CB3F-26C9-44D7-A7CB-40F86C5CE4B1}" type="slidenum">
              <a:rPr lang="en-US" smtClean="0"/>
              <a:t>19</a:t>
            </a:fld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DFBE0C7-292F-4507-8D48-90B6DE7A51A6}"/>
              </a:ext>
            </a:extLst>
          </p:cNvPr>
          <p:cNvSpPr/>
          <p:nvPr/>
        </p:nvSpPr>
        <p:spPr>
          <a:xfrm rot="4994718">
            <a:off x="11040355" y="4227701"/>
            <a:ext cx="1197858" cy="1389174"/>
          </a:xfrm>
          <a:custGeom>
            <a:avLst/>
            <a:gdLst>
              <a:gd name="connsiteX0" fmla="*/ 272811 w 1197858"/>
              <a:gd name="connsiteY0" fmla="*/ 0 h 1389174"/>
              <a:gd name="connsiteX1" fmla="*/ 924678 w 1197858"/>
              <a:gd name="connsiteY1" fmla="*/ 0 h 1389174"/>
              <a:gd name="connsiteX2" fmla="*/ 974454 w 1197858"/>
              <a:gd name="connsiteY2" fmla="*/ 32247 h 1389174"/>
              <a:gd name="connsiteX3" fmla="*/ 1189160 w 1197858"/>
              <a:gd name="connsiteY3" fmla="*/ 421913 h 1389174"/>
              <a:gd name="connsiteX4" fmla="*/ 850459 w 1197858"/>
              <a:gd name="connsiteY4" fmla="*/ 1387791 h 1389174"/>
              <a:gd name="connsiteX5" fmla="*/ 2923 w 1197858"/>
              <a:gd name="connsiteY5" fmla="*/ 541295 h 1389174"/>
              <a:gd name="connsiteX6" fmla="*/ 216245 w 1197858"/>
              <a:gd name="connsiteY6" fmla="*/ 37481 h 1389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97858" h="1389174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wrap="square" lIns="38100" tIns="38100" rIns="38100" bIns="38100" anchor="ctr">
            <a:noAutofit/>
          </a:bodyPr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0" name="Figure">
            <a:extLst>
              <a:ext uri="{FF2B5EF4-FFF2-40B4-BE49-F238E27FC236}">
                <a16:creationId xmlns:a16="http://schemas.microsoft.com/office/drawing/2014/main" id="{306253CE-4DC6-4C75-BC04-F7E3206AD947}"/>
              </a:ext>
            </a:extLst>
          </p:cNvPr>
          <p:cNvSpPr/>
          <p:nvPr/>
        </p:nvSpPr>
        <p:spPr>
          <a:xfrm>
            <a:off x="10194877" y="5601296"/>
            <a:ext cx="1772074" cy="1204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589" h="18693" extrusionOk="0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2" name="Figure">
            <a:extLst>
              <a:ext uri="{FF2B5EF4-FFF2-40B4-BE49-F238E27FC236}">
                <a16:creationId xmlns:a16="http://schemas.microsoft.com/office/drawing/2014/main" id="{795B7D33-8F61-47D7-AC9B-D39064AEFE7D}"/>
              </a:ext>
            </a:extLst>
          </p:cNvPr>
          <p:cNvSpPr/>
          <p:nvPr/>
        </p:nvSpPr>
        <p:spPr>
          <a:xfrm rot="18469479" flipV="1">
            <a:off x="8608764" y="5379677"/>
            <a:ext cx="1745881" cy="12004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9116" extrusionOk="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4" name="Figure">
            <a:extLst>
              <a:ext uri="{FF2B5EF4-FFF2-40B4-BE49-F238E27FC236}">
                <a16:creationId xmlns:a16="http://schemas.microsoft.com/office/drawing/2014/main" id="{961BEF1E-61D5-4D2C-887F-151EC6FDB1CD}"/>
              </a:ext>
            </a:extLst>
          </p:cNvPr>
          <p:cNvSpPr/>
          <p:nvPr/>
        </p:nvSpPr>
        <p:spPr>
          <a:xfrm>
            <a:off x="9832282" y="6504043"/>
            <a:ext cx="218435" cy="2225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088" h="18770" extrusionOk="0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6" name="Figure">
            <a:extLst>
              <a:ext uri="{FF2B5EF4-FFF2-40B4-BE49-F238E27FC236}">
                <a16:creationId xmlns:a16="http://schemas.microsoft.com/office/drawing/2014/main" id="{3173FDAC-7116-42B7-A7F2-6B824C518313}"/>
              </a:ext>
            </a:extLst>
          </p:cNvPr>
          <p:cNvSpPr/>
          <p:nvPr/>
        </p:nvSpPr>
        <p:spPr>
          <a:xfrm>
            <a:off x="11957032" y="6471699"/>
            <a:ext cx="150794" cy="1436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202" h="18783" extrusionOk="0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8" name="Figure">
            <a:extLst>
              <a:ext uri="{FF2B5EF4-FFF2-40B4-BE49-F238E27FC236}">
                <a16:creationId xmlns:a16="http://schemas.microsoft.com/office/drawing/2014/main" id="{328A2726-897B-4555-A63F-973F78185B3C}"/>
              </a:ext>
            </a:extLst>
          </p:cNvPr>
          <p:cNvSpPr/>
          <p:nvPr/>
        </p:nvSpPr>
        <p:spPr>
          <a:xfrm>
            <a:off x="10561030" y="5363013"/>
            <a:ext cx="218435" cy="2225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088" h="18770" extrusionOk="0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9" name="Slide Number Placeholder 1">
            <a:extLst>
              <a:ext uri="{FF2B5EF4-FFF2-40B4-BE49-F238E27FC236}">
                <a16:creationId xmlns:a16="http://schemas.microsoft.com/office/drawing/2014/main" id="{3268407E-6712-4C42-A6B3-01FFBB6F8493}"/>
              </a:ext>
            </a:extLst>
          </p:cNvPr>
          <p:cNvSpPr txBox="1">
            <a:spLocks/>
          </p:cNvSpPr>
          <p:nvPr/>
        </p:nvSpPr>
        <p:spPr>
          <a:xfrm>
            <a:off x="8641144" y="63360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354" rtl="0" eaLnBrk="1" latinLnBrk="0" hangingPunct="1">
              <a:defRPr sz="12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660275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4759F0B-9EB3-4FF3-A280-BE6530275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599" cy="1132235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Simple </a:t>
            </a:r>
            <a:r>
              <a:rPr lang="en-US" dirty="0"/>
              <a:t>Examples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A3BDA9A-FD28-48C9-BB14-52AFDB86F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834" y="1628800"/>
            <a:ext cx="10515600" cy="4536504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dirty="0"/>
              <a:t>A flip switch</a:t>
            </a:r>
          </a:p>
          <a:p>
            <a:pPr>
              <a:lnSpc>
                <a:spcPct val="200000"/>
              </a:lnSpc>
            </a:pPr>
            <a:r>
              <a:rPr lang="en-US" dirty="0"/>
              <a:t>Mouse scroll wheel</a:t>
            </a:r>
          </a:p>
          <a:p>
            <a:pPr>
              <a:lnSpc>
                <a:spcPct val="200000"/>
              </a:lnSpc>
            </a:pPr>
            <a:r>
              <a:rPr lang="en-US" dirty="0"/>
              <a:t>Capacitive Touch screen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0FF36-A7AA-4752-AA0D-6BE0987CC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Lecture by Amaid Zia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FB4A3-AE17-459A-8F1F-EBDBAA06F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325CB3F-26C9-44D7-A7CB-40F86C5CE4B1}" type="slidenum">
              <a:rPr lang="en-US" smtClean="0"/>
              <a:t>20</a:t>
            </a:fld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DFBE0C7-292F-4507-8D48-90B6DE7A51A6}"/>
              </a:ext>
            </a:extLst>
          </p:cNvPr>
          <p:cNvSpPr/>
          <p:nvPr/>
        </p:nvSpPr>
        <p:spPr>
          <a:xfrm rot="4994718">
            <a:off x="11040355" y="4227701"/>
            <a:ext cx="1197858" cy="1389174"/>
          </a:xfrm>
          <a:custGeom>
            <a:avLst/>
            <a:gdLst>
              <a:gd name="connsiteX0" fmla="*/ 272811 w 1197858"/>
              <a:gd name="connsiteY0" fmla="*/ 0 h 1389174"/>
              <a:gd name="connsiteX1" fmla="*/ 924678 w 1197858"/>
              <a:gd name="connsiteY1" fmla="*/ 0 h 1389174"/>
              <a:gd name="connsiteX2" fmla="*/ 974454 w 1197858"/>
              <a:gd name="connsiteY2" fmla="*/ 32247 h 1389174"/>
              <a:gd name="connsiteX3" fmla="*/ 1189160 w 1197858"/>
              <a:gd name="connsiteY3" fmla="*/ 421913 h 1389174"/>
              <a:gd name="connsiteX4" fmla="*/ 850459 w 1197858"/>
              <a:gd name="connsiteY4" fmla="*/ 1387791 h 1389174"/>
              <a:gd name="connsiteX5" fmla="*/ 2923 w 1197858"/>
              <a:gd name="connsiteY5" fmla="*/ 541295 h 1389174"/>
              <a:gd name="connsiteX6" fmla="*/ 216245 w 1197858"/>
              <a:gd name="connsiteY6" fmla="*/ 37481 h 1389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97858" h="1389174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wrap="square" lIns="38100" tIns="38100" rIns="38100" bIns="38100" anchor="ctr">
            <a:noAutofit/>
          </a:bodyPr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0" name="Figure">
            <a:extLst>
              <a:ext uri="{FF2B5EF4-FFF2-40B4-BE49-F238E27FC236}">
                <a16:creationId xmlns:a16="http://schemas.microsoft.com/office/drawing/2014/main" id="{306253CE-4DC6-4C75-BC04-F7E3206AD947}"/>
              </a:ext>
            </a:extLst>
          </p:cNvPr>
          <p:cNvSpPr/>
          <p:nvPr/>
        </p:nvSpPr>
        <p:spPr>
          <a:xfrm>
            <a:off x="10194877" y="5601296"/>
            <a:ext cx="1772074" cy="1204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589" h="18693" extrusionOk="0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2" name="Figure">
            <a:extLst>
              <a:ext uri="{FF2B5EF4-FFF2-40B4-BE49-F238E27FC236}">
                <a16:creationId xmlns:a16="http://schemas.microsoft.com/office/drawing/2014/main" id="{795B7D33-8F61-47D7-AC9B-D39064AEFE7D}"/>
              </a:ext>
            </a:extLst>
          </p:cNvPr>
          <p:cNvSpPr/>
          <p:nvPr/>
        </p:nvSpPr>
        <p:spPr>
          <a:xfrm rot="18469479" flipV="1">
            <a:off x="8608764" y="5379677"/>
            <a:ext cx="1745881" cy="12004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9116" extrusionOk="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4" name="Figure">
            <a:extLst>
              <a:ext uri="{FF2B5EF4-FFF2-40B4-BE49-F238E27FC236}">
                <a16:creationId xmlns:a16="http://schemas.microsoft.com/office/drawing/2014/main" id="{961BEF1E-61D5-4D2C-887F-151EC6FDB1CD}"/>
              </a:ext>
            </a:extLst>
          </p:cNvPr>
          <p:cNvSpPr/>
          <p:nvPr/>
        </p:nvSpPr>
        <p:spPr>
          <a:xfrm>
            <a:off x="9832282" y="6504043"/>
            <a:ext cx="218435" cy="2225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088" h="18770" extrusionOk="0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6" name="Figure">
            <a:extLst>
              <a:ext uri="{FF2B5EF4-FFF2-40B4-BE49-F238E27FC236}">
                <a16:creationId xmlns:a16="http://schemas.microsoft.com/office/drawing/2014/main" id="{3173FDAC-7116-42B7-A7F2-6B824C518313}"/>
              </a:ext>
            </a:extLst>
          </p:cNvPr>
          <p:cNvSpPr/>
          <p:nvPr/>
        </p:nvSpPr>
        <p:spPr>
          <a:xfrm>
            <a:off x="11957032" y="6471699"/>
            <a:ext cx="150794" cy="1436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202" h="18783" extrusionOk="0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8" name="Figure">
            <a:extLst>
              <a:ext uri="{FF2B5EF4-FFF2-40B4-BE49-F238E27FC236}">
                <a16:creationId xmlns:a16="http://schemas.microsoft.com/office/drawing/2014/main" id="{328A2726-897B-4555-A63F-973F78185B3C}"/>
              </a:ext>
            </a:extLst>
          </p:cNvPr>
          <p:cNvSpPr/>
          <p:nvPr/>
        </p:nvSpPr>
        <p:spPr>
          <a:xfrm>
            <a:off x="10561030" y="5363013"/>
            <a:ext cx="218435" cy="2225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088" h="18770" extrusionOk="0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9" name="Slide Number Placeholder 1">
            <a:extLst>
              <a:ext uri="{FF2B5EF4-FFF2-40B4-BE49-F238E27FC236}">
                <a16:creationId xmlns:a16="http://schemas.microsoft.com/office/drawing/2014/main" id="{3268407E-6712-4C42-A6B3-01FFBB6F8493}"/>
              </a:ext>
            </a:extLst>
          </p:cNvPr>
          <p:cNvSpPr txBox="1">
            <a:spLocks/>
          </p:cNvSpPr>
          <p:nvPr/>
        </p:nvSpPr>
        <p:spPr>
          <a:xfrm>
            <a:off x="8641144" y="63360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354" rtl="0" eaLnBrk="1" latinLnBrk="0" hangingPunct="1">
              <a:defRPr sz="12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832703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4759F0B-9EB3-4FF3-A280-BE6530275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599" cy="1132235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Discus</a:t>
            </a:r>
            <a:r>
              <a:rPr lang="en-US" dirty="0"/>
              <a:t>sion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A3BDA9A-FD28-48C9-BB14-52AFDB86F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834" y="1628800"/>
            <a:ext cx="10515600" cy="4536504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dirty="0"/>
              <a:t>What are the constraints of: </a:t>
            </a:r>
          </a:p>
          <a:p>
            <a:pPr lvl="1">
              <a:lnSpc>
                <a:spcPct val="200000"/>
              </a:lnSpc>
            </a:pPr>
            <a:r>
              <a:rPr lang="en-US" dirty="0"/>
              <a:t>A polarized glass</a:t>
            </a:r>
          </a:p>
          <a:p>
            <a:pPr lvl="1">
              <a:lnSpc>
                <a:spcPct val="200000"/>
              </a:lnSpc>
            </a:pPr>
            <a:r>
              <a:rPr lang="en-US" dirty="0"/>
              <a:t>A door knob</a:t>
            </a:r>
          </a:p>
          <a:p>
            <a:pPr lvl="1">
              <a:lnSpc>
                <a:spcPct val="200000"/>
              </a:lnSpc>
            </a:pP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0FF36-A7AA-4752-AA0D-6BE0987CC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Lecture by Amaid Zia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FB4A3-AE17-459A-8F1F-EBDBAA06F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325CB3F-26C9-44D7-A7CB-40F86C5CE4B1}" type="slidenum">
              <a:rPr lang="en-US" smtClean="0"/>
              <a:t>21</a:t>
            </a:fld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DFBE0C7-292F-4507-8D48-90B6DE7A51A6}"/>
              </a:ext>
            </a:extLst>
          </p:cNvPr>
          <p:cNvSpPr/>
          <p:nvPr/>
        </p:nvSpPr>
        <p:spPr>
          <a:xfrm rot="4994718">
            <a:off x="11040355" y="4227701"/>
            <a:ext cx="1197858" cy="1389174"/>
          </a:xfrm>
          <a:custGeom>
            <a:avLst/>
            <a:gdLst>
              <a:gd name="connsiteX0" fmla="*/ 272811 w 1197858"/>
              <a:gd name="connsiteY0" fmla="*/ 0 h 1389174"/>
              <a:gd name="connsiteX1" fmla="*/ 924678 w 1197858"/>
              <a:gd name="connsiteY1" fmla="*/ 0 h 1389174"/>
              <a:gd name="connsiteX2" fmla="*/ 974454 w 1197858"/>
              <a:gd name="connsiteY2" fmla="*/ 32247 h 1389174"/>
              <a:gd name="connsiteX3" fmla="*/ 1189160 w 1197858"/>
              <a:gd name="connsiteY3" fmla="*/ 421913 h 1389174"/>
              <a:gd name="connsiteX4" fmla="*/ 850459 w 1197858"/>
              <a:gd name="connsiteY4" fmla="*/ 1387791 h 1389174"/>
              <a:gd name="connsiteX5" fmla="*/ 2923 w 1197858"/>
              <a:gd name="connsiteY5" fmla="*/ 541295 h 1389174"/>
              <a:gd name="connsiteX6" fmla="*/ 216245 w 1197858"/>
              <a:gd name="connsiteY6" fmla="*/ 37481 h 1389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97858" h="1389174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wrap="square" lIns="38100" tIns="38100" rIns="38100" bIns="38100" anchor="ctr">
            <a:noAutofit/>
          </a:bodyPr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0" name="Figure">
            <a:extLst>
              <a:ext uri="{FF2B5EF4-FFF2-40B4-BE49-F238E27FC236}">
                <a16:creationId xmlns:a16="http://schemas.microsoft.com/office/drawing/2014/main" id="{306253CE-4DC6-4C75-BC04-F7E3206AD947}"/>
              </a:ext>
            </a:extLst>
          </p:cNvPr>
          <p:cNvSpPr/>
          <p:nvPr/>
        </p:nvSpPr>
        <p:spPr>
          <a:xfrm>
            <a:off x="10194877" y="5601296"/>
            <a:ext cx="1772074" cy="1204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589" h="18693" extrusionOk="0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2" name="Figure">
            <a:extLst>
              <a:ext uri="{FF2B5EF4-FFF2-40B4-BE49-F238E27FC236}">
                <a16:creationId xmlns:a16="http://schemas.microsoft.com/office/drawing/2014/main" id="{795B7D33-8F61-47D7-AC9B-D39064AEFE7D}"/>
              </a:ext>
            </a:extLst>
          </p:cNvPr>
          <p:cNvSpPr/>
          <p:nvPr/>
        </p:nvSpPr>
        <p:spPr>
          <a:xfrm rot="18469479" flipV="1">
            <a:off x="8608764" y="5379677"/>
            <a:ext cx="1745881" cy="12004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9116" extrusionOk="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4" name="Figure">
            <a:extLst>
              <a:ext uri="{FF2B5EF4-FFF2-40B4-BE49-F238E27FC236}">
                <a16:creationId xmlns:a16="http://schemas.microsoft.com/office/drawing/2014/main" id="{961BEF1E-61D5-4D2C-887F-151EC6FDB1CD}"/>
              </a:ext>
            </a:extLst>
          </p:cNvPr>
          <p:cNvSpPr/>
          <p:nvPr/>
        </p:nvSpPr>
        <p:spPr>
          <a:xfrm>
            <a:off x="9832282" y="6504043"/>
            <a:ext cx="218435" cy="2225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088" h="18770" extrusionOk="0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6" name="Figure">
            <a:extLst>
              <a:ext uri="{FF2B5EF4-FFF2-40B4-BE49-F238E27FC236}">
                <a16:creationId xmlns:a16="http://schemas.microsoft.com/office/drawing/2014/main" id="{3173FDAC-7116-42B7-A7F2-6B824C518313}"/>
              </a:ext>
            </a:extLst>
          </p:cNvPr>
          <p:cNvSpPr/>
          <p:nvPr/>
        </p:nvSpPr>
        <p:spPr>
          <a:xfrm>
            <a:off x="11957032" y="6471699"/>
            <a:ext cx="150794" cy="1436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202" h="18783" extrusionOk="0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8" name="Figure">
            <a:extLst>
              <a:ext uri="{FF2B5EF4-FFF2-40B4-BE49-F238E27FC236}">
                <a16:creationId xmlns:a16="http://schemas.microsoft.com/office/drawing/2014/main" id="{328A2726-897B-4555-A63F-973F78185B3C}"/>
              </a:ext>
            </a:extLst>
          </p:cNvPr>
          <p:cNvSpPr/>
          <p:nvPr/>
        </p:nvSpPr>
        <p:spPr>
          <a:xfrm>
            <a:off x="10561030" y="5363013"/>
            <a:ext cx="218435" cy="2225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088" h="18770" extrusionOk="0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9" name="Slide Number Placeholder 1">
            <a:extLst>
              <a:ext uri="{FF2B5EF4-FFF2-40B4-BE49-F238E27FC236}">
                <a16:creationId xmlns:a16="http://schemas.microsoft.com/office/drawing/2014/main" id="{3268407E-6712-4C42-A6B3-01FFBB6F8493}"/>
              </a:ext>
            </a:extLst>
          </p:cNvPr>
          <p:cNvSpPr txBox="1">
            <a:spLocks/>
          </p:cNvSpPr>
          <p:nvPr/>
        </p:nvSpPr>
        <p:spPr>
          <a:xfrm>
            <a:off x="8641144" y="63360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354" rtl="0" eaLnBrk="1" latinLnBrk="0" hangingPunct="1">
              <a:defRPr sz="12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170982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4759F0B-9EB3-4FF3-A280-BE6530275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76" y="2835256"/>
            <a:ext cx="3096344" cy="1132235"/>
          </a:xfrm>
        </p:spPr>
        <p:txBody>
          <a:bodyPr>
            <a:normAutofit fontScale="90000"/>
          </a:bodyPr>
          <a:lstStyle/>
          <a:p>
            <a:r>
              <a:rPr lang="en-US" sz="5300" dirty="0">
                <a:solidFill>
                  <a:srgbClr val="C00000"/>
                </a:solidFill>
              </a:rPr>
              <a:t>Con</a:t>
            </a:r>
            <a:r>
              <a:rPr lang="en-US" sz="5300" dirty="0"/>
              <a:t>straints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0FF36-A7AA-4752-AA0D-6BE0987CC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Lecture by Amaid Zia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FB4A3-AE17-459A-8F1F-EBDBAA06F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325CB3F-26C9-44D7-A7CB-40F86C5CE4B1}" type="slidenum">
              <a:rPr lang="en-US" smtClean="0"/>
              <a:t>22</a:t>
            </a:fld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DFBE0C7-292F-4507-8D48-90B6DE7A51A6}"/>
              </a:ext>
            </a:extLst>
          </p:cNvPr>
          <p:cNvSpPr/>
          <p:nvPr/>
        </p:nvSpPr>
        <p:spPr>
          <a:xfrm rot="4994718">
            <a:off x="11040355" y="4227701"/>
            <a:ext cx="1197858" cy="1389174"/>
          </a:xfrm>
          <a:custGeom>
            <a:avLst/>
            <a:gdLst>
              <a:gd name="connsiteX0" fmla="*/ 272811 w 1197858"/>
              <a:gd name="connsiteY0" fmla="*/ 0 h 1389174"/>
              <a:gd name="connsiteX1" fmla="*/ 924678 w 1197858"/>
              <a:gd name="connsiteY1" fmla="*/ 0 h 1389174"/>
              <a:gd name="connsiteX2" fmla="*/ 974454 w 1197858"/>
              <a:gd name="connsiteY2" fmla="*/ 32247 h 1389174"/>
              <a:gd name="connsiteX3" fmla="*/ 1189160 w 1197858"/>
              <a:gd name="connsiteY3" fmla="*/ 421913 h 1389174"/>
              <a:gd name="connsiteX4" fmla="*/ 850459 w 1197858"/>
              <a:gd name="connsiteY4" fmla="*/ 1387791 h 1389174"/>
              <a:gd name="connsiteX5" fmla="*/ 2923 w 1197858"/>
              <a:gd name="connsiteY5" fmla="*/ 541295 h 1389174"/>
              <a:gd name="connsiteX6" fmla="*/ 216245 w 1197858"/>
              <a:gd name="connsiteY6" fmla="*/ 37481 h 1389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97858" h="1389174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wrap="square" lIns="38100" tIns="38100" rIns="38100" bIns="38100" anchor="ctr">
            <a:noAutofit/>
          </a:bodyPr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0" name="Figure">
            <a:extLst>
              <a:ext uri="{FF2B5EF4-FFF2-40B4-BE49-F238E27FC236}">
                <a16:creationId xmlns:a16="http://schemas.microsoft.com/office/drawing/2014/main" id="{306253CE-4DC6-4C75-BC04-F7E3206AD947}"/>
              </a:ext>
            </a:extLst>
          </p:cNvPr>
          <p:cNvSpPr/>
          <p:nvPr/>
        </p:nvSpPr>
        <p:spPr>
          <a:xfrm>
            <a:off x="10194877" y="5601296"/>
            <a:ext cx="1772074" cy="1204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589" h="18693" extrusionOk="0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2" name="Figure">
            <a:extLst>
              <a:ext uri="{FF2B5EF4-FFF2-40B4-BE49-F238E27FC236}">
                <a16:creationId xmlns:a16="http://schemas.microsoft.com/office/drawing/2014/main" id="{795B7D33-8F61-47D7-AC9B-D39064AEFE7D}"/>
              </a:ext>
            </a:extLst>
          </p:cNvPr>
          <p:cNvSpPr/>
          <p:nvPr/>
        </p:nvSpPr>
        <p:spPr>
          <a:xfrm rot="18469479" flipV="1">
            <a:off x="8608764" y="5379677"/>
            <a:ext cx="1745881" cy="12004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9116" extrusionOk="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4" name="Figure">
            <a:extLst>
              <a:ext uri="{FF2B5EF4-FFF2-40B4-BE49-F238E27FC236}">
                <a16:creationId xmlns:a16="http://schemas.microsoft.com/office/drawing/2014/main" id="{961BEF1E-61D5-4D2C-887F-151EC6FDB1CD}"/>
              </a:ext>
            </a:extLst>
          </p:cNvPr>
          <p:cNvSpPr/>
          <p:nvPr/>
        </p:nvSpPr>
        <p:spPr>
          <a:xfrm>
            <a:off x="9832282" y="6504043"/>
            <a:ext cx="218435" cy="2225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088" h="18770" extrusionOk="0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6" name="Figure">
            <a:extLst>
              <a:ext uri="{FF2B5EF4-FFF2-40B4-BE49-F238E27FC236}">
                <a16:creationId xmlns:a16="http://schemas.microsoft.com/office/drawing/2014/main" id="{3173FDAC-7116-42B7-A7F2-6B824C518313}"/>
              </a:ext>
            </a:extLst>
          </p:cNvPr>
          <p:cNvSpPr/>
          <p:nvPr/>
        </p:nvSpPr>
        <p:spPr>
          <a:xfrm>
            <a:off x="11957032" y="6471699"/>
            <a:ext cx="150794" cy="1436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202" h="18783" extrusionOk="0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8" name="Figure">
            <a:extLst>
              <a:ext uri="{FF2B5EF4-FFF2-40B4-BE49-F238E27FC236}">
                <a16:creationId xmlns:a16="http://schemas.microsoft.com/office/drawing/2014/main" id="{328A2726-897B-4555-A63F-973F78185B3C}"/>
              </a:ext>
            </a:extLst>
          </p:cNvPr>
          <p:cNvSpPr/>
          <p:nvPr/>
        </p:nvSpPr>
        <p:spPr>
          <a:xfrm>
            <a:off x="10561030" y="5363013"/>
            <a:ext cx="218435" cy="2225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088" h="18770" extrusionOk="0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9" name="Slide Number Placeholder 1">
            <a:extLst>
              <a:ext uri="{FF2B5EF4-FFF2-40B4-BE49-F238E27FC236}">
                <a16:creationId xmlns:a16="http://schemas.microsoft.com/office/drawing/2014/main" id="{3268407E-6712-4C42-A6B3-01FFBB6F8493}"/>
              </a:ext>
            </a:extLst>
          </p:cNvPr>
          <p:cNvSpPr txBox="1">
            <a:spLocks/>
          </p:cNvSpPr>
          <p:nvPr/>
        </p:nvSpPr>
        <p:spPr>
          <a:xfrm>
            <a:off x="8641144" y="63360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354" rtl="0" eaLnBrk="1" latinLnBrk="0" hangingPunct="1">
              <a:defRPr sz="12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7104112" y="836712"/>
            <a:ext cx="2880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P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hysical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104112" y="2250481"/>
            <a:ext cx="2880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emantic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104112" y="3664250"/>
            <a:ext cx="2880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ultural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104112" y="5078019"/>
            <a:ext cx="2880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L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ogical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3863752" y="3429000"/>
            <a:ext cx="1080120" cy="0"/>
          </a:xfrm>
          <a:prstGeom prst="line">
            <a:avLst/>
          </a:prstGeom>
          <a:ln w="5715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V="1">
            <a:off x="4943872" y="1124744"/>
            <a:ext cx="0" cy="4320480"/>
          </a:xfrm>
          <a:prstGeom prst="line">
            <a:avLst/>
          </a:prstGeom>
          <a:ln w="5715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4943872" y="1124744"/>
            <a:ext cx="1656184" cy="0"/>
          </a:xfrm>
          <a:prstGeom prst="line">
            <a:avLst/>
          </a:prstGeom>
          <a:ln w="5715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H="1">
            <a:off x="4943872" y="2492896"/>
            <a:ext cx="1656184" cy="0"/>
          </a:xfrm>
          <a:prstGeom prst="line">
            <a:avLst/>
          </a:prstGeom>
          <a:ln w="5715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H="1">
            <a:off x="4943872" y="3947964"/>
            <a:ext cx="1656184" cy="0"/>
          </a:xfrm>
          <a:prstGeom prst="line">
            <a:avLst/>
          </a:prstGeom>
          <a:ln w="5715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H="1">
            <a:off x="4943872" y="5445224"/>
            <a:ext cx="1656184" cy="0"/>
          </a:xfrm>
          <a:prstGeom prst="line">
            <a:avLst/>
          </a:prstGeom>
          <a:ln w="5715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864772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5" grpId="0"/>
      <p:bldP spid="16" grpId="0"/>
      <p:bldP spid="1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0FF36-A7AA-4752-AA0D-6BE0987CC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Lecture by Amaid Zia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FB4A3-AE17-459A-8F1F-EBDBAA06F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325CB3F-26C9-44D7-A7CB-40F86C5CE4B1}" type="slidenum">
              <a:rPr lang="en-US" smtClean="0"/>
              <a:t>23</a:t>
            </a:fld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DFBE0C7-292F-4507-8D48-90B6DE7A51A6}"/>
              </a:ext>
            </a:extLst>
          </p:cNvPr>
          <p:cNvSpPr/>
          <p:nvPr/>
        </p:nvSpPr>
        <p:spPr>
          <a:xfrm rot="4994718">
            <a:off x="11040355" y="4227701"/>
            <a:ext cx="1197858" cy="1389174"/>
          </a:xfrm>
          <a:custGeom>
            <a:avLst/>
            <a:gdLst>
              <a:gd name="connsiteX0" fmla="*/ 272811 w 1197858"/>
              <a:gd name="connsiteY0" fmla="*/ 0 h 1389174"/>
              <a:gd name="connsiteX1" fmla="*/ 924678 w 1197858"/>
              <a:gd name="connsiteY1" fmla="*/ 0 h 1389174"/>
              <a:gd name="connsiteX2" fmla="*/ 974454 w 1197858"/>
              <a:gd name="connsiteY2" fmla="*/ 32247 h 1389174"/>
              <a:gd name="connsiteX3" fmla="*/ 1189160 w 1197858"/>
              <a:gd name="connsiteY3" fmla="*/ 421913 h 1389174"/>
              <a:gd name="connsiteX4" fmla="*/ 850459 w 1197858"/>
              <a:gd name="connsiteY4" fmla="*/ 1387791 h 1389174"/>
              <a:gd name="connsiteX5" fmla="*/ 2923 w 1197858"/>
              <a:gd name="connsiteY5" fmla="*/ 541295 h 1389174"/>
              <a:gd name="connsiteX6" fmla="*/ 216245 w 1197858"/>
              <a:gd name="connsiteY6" fmla="*/ 37481 h 1389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97858" h="1389174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wrap="square" lIns="38100" tIns="38100" rIns="38100" bIns="38100" anchor="ctr">
            <a:noAutofit/>
          </a:bodyPr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0" name="Figure">
            <a:extLst>
              <a:ext uri="{FF2B5EF4-FFF2-40B4-BE49-F238E27FC236}">
                <a16:creationId xmlns:a16="http://schemas.microsoft.com/office/drawing/2014/main" id="{306253CE-4DC6-4C75-BC04-F7E3206AD947}"/>
              </a:ext>
            </a:extLst>
          </p:cNvPr>
          <p:cNvSpPr/>
          <p:nvPr/>
        </p:nvSpPr>
        <p:spPr>
          <a:xfrm>
            <a:off x="10194877" y="5601296"/>
            <a:ext cx="1772074" cy="1204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589" h="18693" extrusionOk="0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2" name="Figure">
            <a:extLst>
              <a:ext uri="{FF2B5EF4-FFF2-40B4-BE49-F238E27FC236}">
                <a16:creationId xmlns:a16="http://schemas.microsoft.com/office/drawing/2014/main" id="{795B7D33-8F61-47D7-AC9B-D39064AEFE7D}"/>
              </a:ext>
            </a:extLst>
          </p:cNvPr>
          <p:cNvSpPr/>
          <p:nvPr/>
        </p:nvSpPr>
        <p:spPr>
          <a:xfrm rot="18469479" flipV="1">
            <a:off x="8608764" y="5379677"/>
            <a:ext cx="1745881" cy="12004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9116" extrusionOk="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4" name="Figure">
            <a:extLst>
              <a:ext uri="{FF2B5EF4-FFF2-40B4-BE49-F238E27FC236}">
                <a16:creationId xmlns:a16="http://schemas.microsoft.com/office/drawing/2014/main" id="{961BEF1E-61D5-4D2C-887F-151EC6FDB1CD}"/>
              </a:ext>
            </a:extLst>
          </p:cNvPr>
          <p:cNvSpPr/>
          <p:nvPr/>
        </p:nvSpPr>
        <p:spPr>
          <a:xfrm>
            <a:off x="9832282" y="6504043"/>
            <a:ext cx="218435" cy="2225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088" h="18770" extrusionOk="0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6" name="Figure">
            <a:extLst>
              <a:ext uri="{FF2B5EF4-FFF2-40B4-BE49-F238E27FC236}">
                <a16:creationId xmlns:a16="http://schemas.microsoft.com/office/drawing/2014/main" id="{3173FDAC-7116-42B7-A7F2-6B824C518313}"/>
              </a:ext>
            </a:extLst>
          </p:cNvPr>
          <p:cNvSpPr/>
          <p:nvPr/>
        </p:nvSpPr>
        <p:spPr>
          <a:xfrm>
            <a:off x="11957032" y="6471699"/>
            <a:ext cx="150794" cy="1436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202" h="18783" extrusionOk="0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8" name="Figure">
            <a:extLst>
              <a:ext uri="{FF2B5EF4-FFF2-40B4-BE49-F238E27FC236}">
                <a16:creationId xmlns:a16="http://schemas.microsoft.com/office/drawing/2014/main" id="{328A2726-897B-4555-A63F-973F78185B3C}"/>
              </a:ext>
            </a:extLst>
          </p:cNvPr>
          <p:cNvSpPr/>
          <p:nvPr/>
        </p:nvSpPr>
        <p:spPr>
          <a:xfrm>
            <a:off x="10561030" y="5363013"/>
            <a:ext cx="218435" cy="2225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088" h="18770" extrusionOk="0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9" name="Slide Number Placeholder 1">
            <a:extLst>
              <a:ext uri="{FF2B5EF4-FFF2-40B4-BE49-F238E27FC236}">
                <a16:creationId xmlns:a16="http://schemas.microsoft.com/office/drawing/2014/main" id="{3268407E-6712-4C42-A6B3-01FFBB6F8493}"/>
              </a:ext>
            </a:extLst>
          </p:cNvPr>
          <p:cNvSpPr txBox="1">
            <a:spLocks/>
          </p:cNvSpPr>
          <p:nvPr/>
        </p:nvSpPr>
        <p:spPr>
          <a:xfrm>
            <a:off x="8641144" y="63360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354" rtl="0" eaLnBrk="1" latinLnBrk="0" hangingPunct="1">
              <a:defRPr sz="12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9974551"/>
              </p:ext>
            </p:extLst>
          </p:nvPr>
        </p:nvGraphicFramePr>
        <p:xfrm>
          <a:off x="189829" y="353602"/>
          <a:ext cx="11854689" cy="48803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19386830"/>
      </p:ext>
    </p:extLst>
  </p:cSld>
  <p:clrMapOvr>
    <a:masterClrMapping/>
  </p:clrMapOvr>
  <p:transition spd="slow">
    <p:push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4759F0B-9EB3-4FF3-A280-BE6530275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599" cy="1132235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Exam</a:t>
            </a:r>
            <a:r>
              <a:rPr lang="en-US" dirty="0"/>
              <a:t>ple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0FF36-A7AA-4752-AA0D-6BE0987CC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Lecture by Amaid Zia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FB4A3-AE17-459A-8F1F-EBDBAA06F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325CB3F-26C9-44D7-A7CB-40F86C5CE4B1}" type="slidenum">
              <a:rPr lang="en-US" smtClean="0"/>
              <a:t>24</a:t>
            </a:fld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DFBE0C7-292F-4507-8D48-90B6DE7A51A6}"/>
              </a:ext>
            </a:extLst>
          </p:cNvPr>
          <p:cNvSpPr/>
          <p:nvPr/>
        </p:nvSpPr>
        <p:spPr>
          <a:xfrm rot="4994718">
            <a:off x="11040355" y="4227701"/>
            <a:ext cx="1197858" cy="1389174"/>
          </a:xfrm>
          <a:custGeom>
            <a:avLst/>
            <a:gdLst>
              <a:gd name="connsiteX0" fmla="*/ 272811 w 1197858"/>
              <a:gd name="connsiteY0" fmla="*/ 0 h 1389174"/>
              <a:gd name="connsiteX1" fmla="*/ 924678 w 1197858"/>
              <a:gd name="connsiteY1" fmla="*/ 0 h 1389174"/>
              <a:gd name="connsiteX2" fmla="*/ 974454 w 1197858"/>
              <a:gd name="connsiteY2" fmla="*/ 32247 h 1389174"/>
              <a:gd name="connsiteX3" fmla="*/ 1189160 w 1197858"/>
              <a:gd name="connsiteY3" fmla="*/ 421913 h 1389174"/>
              <a:gd name="connsiteX4" fmla="*/ 850459 w 1197858"/>
              <a:gd name="connsiteY4" fmla="*/ 1387791 h 1389174"/>
              <a:gd name="connsiteX5" fmla="*/ 2923 w 1197858"/>
              <a:gd name="connsiteY5" fmla="*/ 541295 h 1389174"/>
              <a:gd name="connsiteX6" fmla="*/ 216245 w 1197858"/>
              <a:gd name="connsiteY6" fmla="*/ 37481 h 1389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97858" h="1389174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wrap="square" lIns="38100" tIns="38100" rIns="38100" bIns="38100" anchor="ctr">
            <a:noAutofit/>
          </a:bodyPr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0" name="Figure">
            <a:extLst>
              <a:ext uri="{FF2B5EF4-FFF2-40B4-BE49-F238E27FC236}">
                <a16:creationId xmlns:a16="http://schemas.microsoft.com/office/drawing/2014/main" id="{306253CE-4DC6-4C75-BC04-F7E3206AD947}"/>
              </a:ext>
            </a:extLst>
          </p:cNvPr>
          <p:cNvSpPr/>
          <p:nvPr/>
        </p:nvSpPr>
        <p:spPr>
          <a:xfrm>
            <a:off x="10194877" y="5601296"/>
            <a:ext cx="1772074" cy="1204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589" h="18693" extrusionOk="0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2" name="Figure">
            <a:extLst>
              <a:ext uri="{FF2B5EF4-FFF2-40B4-BE49-F238E27FC236}">
                <a16:creationId xmlns:a16="http://schemas.microsoft.com/office/drawing/2014/main" id="{795B7D33-8F61-47D7-AC9B-D39064AEFE7D}"/>
              </a:ext>
            </a:extLst>
          </p:cNvPr>
          <p:cNvSpPr/>
          <p:nvPr/>
        </p:nvSpPr>
        <p:spPr>
          <a:xfrm rot="18469479" flipV="1">
            <a:off x="8608764" y="5379677"/>
            <a:ext cx="1745881" cy="12004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9116" extrusionOk="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4" name="Figure">
            <a:extLst>
              <a:ext uri="{FF2B5EF4-FFF2-40B4-BE49-F238E27FC236}">
                <a16:creationId xmlns:a16="http://schemas.microsoft.com/office/drawing/2014/main" id="{961BEF1E-61D5-4D2C-887F-151EC6FDB1CD}"/>
              </a:ext>
            </a:extLst>
          </p:cNvPr>
          <p:cNvSpPr/>
          <p:nvPr/>
        </p:nvSpPr>
        <p:spPr>
          <a:xfrm>
            <a:off x="9832282" y="6504043"/>
            <a:ext cx="218435" cy="2225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088" h="18770" extrusionOk="0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6" name="Figure">
            <a:extLst>
              <a:ext uri="{FF2B5EF4-FFF2-40B4-BE49-F238E27FC236}">
                <a16:creationId xmlns:a16="http://schemas.microsoft.com/office/drawing/2014/main" id="{3173FDAC-7116-42B7-A7F2-6B824C518313}"/>
              </a:ext>
            </a:extLst>
          </p:cNvPr>
          <p:cNvSpPr/>
          <p:nvPr/>
        </p:nvSpPr>
        <p:spPr>
          <a:xfrm>
            <a:off x="11957032" y="6471699"/>
            <a:ext cx="150794" cy="1436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202" h="18783" extrusionOk="0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8" name="Figure">
            <a:extLst>
              <a:ext uri="{FF2B5EF4-FFF2-40B4-BE49-F238E27FC236}">
                <a16:creationId xmlns:a16="http://schemas.microsoft.com/office/drawing/2014/main" id="{328A2726-897B-4555-A63F-973F78185B3C}"/>
              </a:ext>
            </a:extLst>
          </p:cNvPr>
          <p:cNvSpPr/>
          <p:nvPr/>
        </p:nvSpPr>
        <p:spPr>
          <a:xfrm>
            <a:off x="10561030" y="5363013"/>
            <a:ext cx="218435" cy="2225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088" h="18770" extrusionOk="0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9" name="Slide Number Placeholder 1">
            <a:extLst>
              <a:ext uri="{FF2B5EF4-FFF2-40B4-BE49-F238E27FC236}">
                <a16:creationId xmlns:a16="http://schemas.microsoft.com/office/drawing/2014/main" id="{3268407E-6712-4C42-A6B3-01FFBB6F8493}"/>
              </a:ext>
            </a:extLst>
          </p:cNvPr>
          <p:cNvSpPr txBox="1">
            <a:spLocks/>
          </p:cNvSpPr>
          <p:nvPr/>
        </p:nvSpPr>
        <p:spPr>
          <a:xfrm>
            <a:off x="8641144" y="63360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354" rtl="0" eaLnBrk="1" latinLnBrk="0" hangingPunct="1">
              <a:defRPr sz="12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3074" name="Picture 2" descr="https://lh3.googleusercontent.com/D3s4DDc2G1FaLrsN-TbdBJXNp7ZbulylehwZ7UHcPLLZEAcOVFr2_mbBz80DxMKvC5F22cbhoLRAaHPci9srrjbihbDCYJfl1jQ5YKfRXabiyssHDOAtC7u4BRamqkdzWTIzNIU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196827"/>
            <a:ext cx="6049433" cy="4537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7A3BDA9A-FD28-48C9-BB14-52AFDB86FE68}"/>
              </a:ext>
            </a:extLst>
          </p:cNvPr>
          <p:cNvSpPr txBox="1">
            <a:spLocks/>
          </p:cNvSpPr>
          <p:nvPr/>
        </p:nvSpPr>
        <p:spPr>
          <a:xfrm>
            <a:off x="7176120" y="1989486"/>
            <a:ext cx="4843493" cy="31677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569913" indent="-569913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Tx/>
              <a:buBlip>
                <a:blip r:embed="rId4"/>
              </a:buBlip>
              <a:tabLst>
                <a:tab pos="914400" algn="l"/>
              </a:tabLst>
              <a:defRPr sz="3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Tx/>
              <a:buBlip>
                <a:blip r:embed="rId4"/>
              </a:buBlip>
              <a:tabLst>
                <a:tab pos="914400" algn="l"/>
              </a:tabLst>
              <a:defRPr sz="3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Tx/>
              <a:buBlip>
                <a:blip r:embed="rId4"/>
              </a:buBlip>
              <a:tabLst>
                <a:tab pos="914400" algn="l"/>
              </a:tabLst>
              <a:defRPr sz="2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Tx/>
              <a:buBlip>
                <a:blip r:embed="rId4"/>
              </a:buBlip>
              <a:tabLst>
                <a:tab pos="914400" algn="l"/>
              </a:tabLst>
              <a:defRPr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Tx/>
              <a:buBlip>
                <a:blip r:embed="rId4"/>
              </a:buBlip>
              <a:tabLst>
                <a:tab pos="914400" algn="l"/>
              </a:tabLst>
              <a:defRPr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en-US" sz="3200" dirty="0"/>
              <a:t>Simplicity by constraints</a:t>
            </a:r>
          </a:p>
          <a:p>
            <a:pPr>
              <a:lnSpc>
                <a:spcPct val="200000"/>
              </a:lnSpc>
            </a:pPr>
            <a:r>
              <a:rPr lang="en-US" sz="3200" dirty="0"/>
              <a:t>12 piece </a:t>
            </a:r>
            <a:r>
              <a:rPr lang="en-US" sz="3200" dirty="0" err="1"/>
              <a:t>lego</a:t>
            </a:r>
            <a:r>
              <a:rPr lang="en-US" sz="3200" dirty="0"/>
              <a:t> set</a:t>
            </a:r>
          </a:p>
        </p:txBody>
      </p:sp>
    </p:spTree>
    <p:extLst>
      <p:ext uri="{BB962C8B-B14F-4D97-AF65-F5344CB8AC3E}">
        <p14:creationId xmlns:p14="http://schemas.microsoft.com/office/powerpoint/2010/main" val="20144335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4759F0B-9EB3-4FF3-A280-BE6530275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599" cy="1132235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Exam</a:t>
            </a:r>
            <a:r>
              <a:rPr lang="en-US" dirty="0"/>
              <a:t>ple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0FF36-A7AA-4752-AA0D-6BE0987CC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Lecture by Amaid Zia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FB4A3-AE17-459A-8F1F-EBDBAA06F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325CB3F-26C9-44D7-A7CB-40F86C5CE4B1}" type="slidenum">
              <a:rPr lang="en-US" smtClean="0"/>
              <a:t>25</a:t>
            </a:fld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DFBE0C7-292F-4507-8D48-90B6DE7A51A6}"/>
              </a:ext>
            </a:extLst>
          </p:cNvPr>
          <p:cNvSpPr/>
          <p:nvPr/>
        </p:nvSpPr>
        <p:spPr>
          <a:xfrm rot="4994718">
            <a:off x="11040355" y="4227701"/>
            <a:ext cx="1197858" cy="1389174"/>
          </a:xfrm>
          <a:custGeom>
            <a:avLst/>
            <a:gdLst>
              <a:gd name="connsiteX0" fmla="*/ 272811 w 1197858"/>
              <a:gd name="connsiteY0" fmla="*/ 0 h 1389174"/>
              <a:gd name="connsiteX1" fmla="*/ 924678 w 1197858"/>
              <a:gd name="connsiteY1" fmla="*/ 0 h 1389174"/>
              <a:gd name="connsiteX2" fmla="*/ 974454 w 1197858"/>
              <a:gd name="connsiteY2" fmla="*/ 32247 h 1389174"/>
              <a:gd name="connsiteX3" fmla="*/ 1189160 w 1197858"/>
              <a:gd name="connsiteY3" fmla="*/ 421913 h 1389174"/>
              <a:gd name="connsiteX4" fmla="*/ 850459 w 1197858"/>
              <a:gd name="connsiteY4" fmla="*/ 1387791 h 1389174"/>
              <a:gd name="connsiteX5" fmla="*/ 2923 w 1197858"/>
              <a:gd name="connsiteY5" fmla="*/ 541295 h 1389174"/>
              <a:gd name="connsiteX6" fmla="*/ 216245 w 1197858"/>
              <a:gd name="connsiteY6" fmla="*/ 37481 h 1389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97858" h="1389174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wrap="square" lIns="38100" tIns="38100" rIns="38100" bIns="38100" anchor="ctr">
            <a:noAutofit/>
          </a:bodyPr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0" name="Figure">
            <a:extLst>
              <a:ext uri="{FF2B5EF4-FFF2-40B4-BE49-F238E27FC236}">
                <a16:creationId xmlns:a16="http://schemas.microsoft.com/office/drawing/2014/main" id="{306253CE-4DC6-4C75-BC04-F7E3206AD947}"/>
              </a:ext>
            </a:extLst>
          </p:cNvPr>
          <p:cNvSpPr/>
          <p:nvPr/>
        </p:nvSpPr>
        <p:spPr>
          <a:xfrm>
            <a:off x="10194877" y="5601296"/>
            <a:ext cx="1772074" cy="1204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589" h="18693" extrusionOk="0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2" name="Figure">
            <a:extLst>
              <a:ext uri="{FF2B5EF4-FFF2-40B4-BE49-F238E27FC236}">
                <a16:creationId xmlns:a16="http://schemas.microsoft.com/office/drawing/2014/main" id="{795B7D33-8F61-47D7-AC9B-D39064AEFE7D}"/>
              </a:ext>
            </a:extLst>
          </p:cNvPr>
          <p:cNvSpPr/>
          <p:nvPr/>
        </p:nvSpPr>
        <p:spPr>
          <a:xfrm rot="18469479" flipV="1">
            <a:off x="8608764" y="5379677"/>
            <a:ext cx="1745881" cy="12004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9116" extrusionOk="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4" name="Figure">
            <a:extLst>
              <a:ext uri="{FF2B5EF4-FFF2-40B4-BE49-F238E27FC236}">
                <a16:creationId xmlns:a16="http://schemas.microsoft.com/office/drawing/2014/main" id="{961BEF1E-61D5-4D2C-887F-151EC6FDB1CD}"/>
              </a:ext>
            </a:extLst>
          </p:cNvPr>
          <p:cNvSpPr/>
          <p:nvPr/>
        </p:nvSpPr>
        <p:spPr>
          <a:xfrm>
            <a:off x="9832282" y="6504043"/>
            <a:ext cx="218435" cy="2225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088" h="18770" extrusionOk="0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6" name="Figure">
            <a:extLst>
              <a:ext uri="{FF2B5EF4-FFF2-40B4-BE49-F238E27FC236}">
                <a16:creationId xmlns:a16="http://schemas.microsoft.com/office/drawing/2014/main" id="{3173FDAC-7116-42B7-A7F2-6B824C518313}"/>
              </a:ext>
            </a:extLst>
          </p:cNvPr>
          <p:cNvSpPr/>
          <p:nvPr/>
        </p:nvSpPr>
        <p:spPr>
          <a:xfrm>
            <a:off x="11957032" y="6471699"/>
            <a:ext cx="150794" cy="1436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202" h="18783" extrusionOk="0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8" name="Figure">
            <a:extLst>
              <a:ext uri="{FF2B5EF4-FFF2-40B4-BE49-F238E27FC236}">
                <a16:creationId xmlns:a16="http://schemas.microsoft.com/office/drawing/2014/main" id="{328A2726-897B-4555-A63F-973F78185B3C}"/>
              </a:ext>
            </a:extLst>
          </p:cNvPr>
          <p:cNvSpPr/>
          <p:nvPr/>
        </p:nvSpPr>
        <p:spPr>
          <a:xfrm>
            <a:off x="10561030" y="5363013"/>
            <a:ext cx="218435" cy="2225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088" h="18770" extrusionOk="0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9" name="Slide Number Placeholder 1">
            <a:extLst>
              <a:ext uri="{FF2B5EF4-FFF2-40B4-BE49-F238E27FC236}">
                <a16:creationId xmlns:a16="http://schemas.microsoft.com/office/drawing/2014/main" id="{3268407E-6712-4C42-A6B3-01FFBB6F8493}"/>
              </a:ext>
            </a:extLst>
          </p:cNvPr>
          <p:cNvSpPr txBox="1">
            <a:spLocks/>
          </p:cNvSpPr>
          <p:nvPr/>
        </p:nvSpPr>
        <p:spPr>
          <a:xfrm>
            <a:off x="8641144" y="63360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354" rtl="0" eaLnBrk="1" latinLnBrk="0" hangingPunct="1">
              <a:defRPr sz="12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7A3BDA9A-FD28-48C9-BB14-52AFDB86FE68}"/>
              </a:ext>
            </a:extLst>
          </p:cNvPr>
          <p:cNvSpPr txBox="1">
            <a:spLocks/>
          </p:cNvSpPr>
          <p:nvPr/>
        </p:nvSpPr>
        <p:spPr>
          <a:xfrm>
            <a:off x="7113539" y="1891208"/>
            <a:ext cx="4843493" cy="3167706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569913" indent="-569913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Tx/>
              <a:buBlip>
                <a:blip r:embed="rId3"/>
              </a:buBlip>
              <a:tabLst>
                <a:tab pos="914400" algn="l"/>
              </a:tabLst>
              <a:defRPr sz="3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Tx/>
              <a:buBlip>
                <a:blip r:embed="rId3"/>
              </a:buBlip>
              <a:tabLst>
                <a:tab pos="914400" algn="l"/>
              </a:tabLst>
              <a:defRPr sz="3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Tx/>
              <a:buBlip>
                <a:blip r:embed="rId3"/>
              </a:buBlip>
              <a:tabLst>
                <a:tab pos="914400" algn="l"/>
              </a:tabLst>
              <a:defRPr sz="2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Tx/>
              <a:buBlip>
                <a:blip r:embed="rId3"/>
              </a:buBlip>
              <a:tabLst>
                <a:tab pos="914400" algn="l"/>
              </a:tabLst>
              <a:defRPr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Tx/>
              <a:buBlip>
                <a:blip r:embed="rId3"/>
              </a:buBlip>
              <a:tabLst>
                <a:tab pos="914400" algn="l"/>
              </a:tabLst>
              <a:defRPr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b="1" u="sng" dirty="0"/>
              <a:t>Physical:</a:t>
            </a:r>
            <a:r>
              <a:rPr lang="en-US" dirty="0"/>
              <a:t> Front wheel only fits in one place.</a:t>
            </a:r>
          </a:p>
          <a:p>
            <a:pPr fontAlgn="base"/>
            <a:r>
              <a:rPr lang="en-US" b="1" u="sng" dirty="0"/>
              <a:t>Semantic:</a:t>
            </a:r>
            <a:r>
              <a:rPr lang="en-US" dirty="0"/>
              <a:t> The rider sits on the seat facing forward.</a:t>
            </a:r>
          </a:p>
          <a:p>
            <a:pPr fontAlgn="base"/>
            <a:r>
              <a:rPr lang="en-US" b="1" u="sng" dirty="0"/>
              <a:t>Cultural:</a:t>
            </a:r>
            <a:r>
              <a:rPr lang="en-US" dirty="0"/>
              <a:t> Red is a rear light, yellow a front light.</a:t>
            </a:r>
          </a:p>
          <a:p>
            <a:pPr fontAlgn="base"/>
            <a:r>
              <a:rPr lang="en-US" b="1" u="sng" dirty="0"/>
              <a:t>Logical:</a:t>
            </a:r>
            <a:r>
              <a:rPr lang="en-US" dirty="0"/>
              <a:t> Two blue lights, two white pieces, probably go together.</a:t>
            </a:r>
          </a:p>
        </p:txBody>
      </p:sp>
      <p:pic>
        <p:nvPicPr>
          <p:cNvPr id="6148" name="Picture 4" descr="https://lh4.googleusercontent.com/gevcZNSerQahZneU1xChri1USXOppdStPQhDGvTRNAVj1aoCL8Uh02-4ygJJY1_KPXbtP1dV_apHw4p6M0m1LFLfNl8lMYOeXh4-EF3PSxvRsZ6NEsv9hDNutRKKtHSad7ww8FE"/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646" y="1340768"/>
            <a:ext cx="6049433" cy="4537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915585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11EF6DB-76F3-4F3A-8E9C-A3C33543C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B050"/>
                </a:solidFill>
              </a:rPr>
              <a:t>Map</a:t>
            </a:r>
            <a:r>
              <a:rPr lang="en-US" dirty="0"/>
              <a:t>ping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1B51EF-0F70-4681-A43D-3268D4B8C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by Amaid Zia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46BF43-309E-4739-B2DF-1786932C1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CB3F-26C9-44D7-A7CB-40F86C5CE4B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474382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B8C60-DE74-49D1-8C87-DE03EF0A2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B050"/>
                </a:solidFill>
              </a:rPr>
              <a:t>Map</a:t>
            </a:r>
            <a:r>
              <a:rPr lang="en-US" dirty="0"/>
              <a:t>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FAE53-2D32-41F9-8365-94389CF22B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dirty="0"/>
              <a:t>Relationship b/w elements of </a:t>
            </a:r>
            <a:r>
              <a:rPr lang="en-US"/>
              <a:t>a system</a:t>
            </a:r>
            <a:endParaRPr lang="en-US" dirty="0"/>
          </a:p>
          <a:p>
            <a:pPr>
              <a:lnSpc>
                <a:spcPct val="200000"/>
              </a:lnSpc>
            </a:pPr>
            <a:r>
              <a:rPr lang="en-US" dirty="0"/>
              <a:t>e.g. Which switch controls which light in a room</a:t>
            </a:r>
          </a:p>
          <a:p>
            <a:pPr>
              <a:lnSpc>
                <a:spcPct val="200000"/>
              </a:lnSpc>
            </a:pPr>
            <a:r>
              <a:rPr lang="en-US" dirty="0"/>
              <a:t>Useful in designing control layout</a:t>
            </a:r>
          </a:p>
          <a:p>
            <a:pPr>
              <a:lnSpc>
                <a:spcPct val="200000"/>
              </a:lnSpc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A655D4-A16F-4D52-849C-06F7FE59B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by Amaid Zia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E5462B-8EAE-474E-ADDD-E8D864F0E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CB3F-26C9-44D7-A7CB-40F86C5CE4B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452840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B8C60-DE74-49D1-8C87-DE03EF0A2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B050"/>
                </a:solidFill>
              </a:rPr>
              <a:t>Good</a:t>
            </a:r>
            <a:r>
              <a:rPr lang="en-US" dirty="0"/>
              <a:t> Mapping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A655D4-A16F-4D52-849C-06F7FE59B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by Amaid Zia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E5462B-8EAE-474E-ADDD-E8D864F0E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CB3F-26C9-44D7-A7CB-40F86C5CE4B1}" type="slidenum">
              <a:rPr lang="en-US" smtClean="0"/>
              <a:t>28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25960"/>
            <a:ext cx="8210550" cy="2743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408368" y="5157192"/>
            <a:ext cx="23762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Taken from Design of Everything by Dan Norman</a:t>
            </a:r>
          </a:p>
        </p:txBody>
      </p:sp>
    </p:spTree>
    <p:extLst>
      <p:ext uri="{BB962C8B-B14F-4D97-AF65-F5344CB8AC3E}">
        <p14:creationId xmlns:p14="http://schemas.microsoft.com/office/powerpoint/2010/main" val="2231225296"/>
      </p:ext>
    </p:extLst>
  </p:cSld>
  <p:clrMapOvr>
    <a:masterClrMapping/>
  </p:clrMapOvr>
  <p:transition spd="slow">
    <p:push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A655D4-A16F-4D52-849C-06F7FE59B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by Amaid Zia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E5462B-8EAE-474E-ADDD-E8D864F0E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CB3F-26C9-44D7-A7CB-40F86C5CE4B1}" type="slidenum">
              <a:rPr lang="en-US" smtClean="0"/>
              <a:t>29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59396" y="764704"/>
            <a:ext cx="1087320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00B050"/>
                </a:solidFill>
                <a:latin typeface="Arial Black" panose="020B0A04020102020204" pitchFamily="34" charset="0"/>
              </a:rPr>
              <a:t>Spatial</a:t>
            </a:r>
            <a:r>
              <a:rPr lang="en-US" sz="4800" dirty="0"/>
              <a:t> correspondence </a:t>
            </a:r>
          </a:p>
          <a:p>
            <a:pPr algn="ctr"/>
            <a:r>
              <a:rPr lang="en-US" sz="4800" dirty="0"/>
              <a:t>between </a:t>
            </a:r>
          </a:p>
          <a:p>
            <a:pPr algn="ctr"/>
            <a:r>
              <a:rPr lang="en-US" sz="4800" dirty="0"/>
              <a:t>the </a:t>
            </a:r>
            <a:r>
              <a:rPr lang="en-US" sz="4800" dirty="0">
                <a:solidFill>
                  <a:srgbClr val="00B050"/>
                </a:solidFill>
                <a:latin typeface="Arial Black" panose="020B0A04020102020204" pitchFamily="34" charset="0"/>
              </a:rPr>
              <a:t>layout</a:t>
            </a:r>
            <a:r>
              <a:rPr lang="en-US" sz="4800" dirty="0"/>
              <a:t> of the </a:t>
            </a:r>
            <a:r>
              <a:rPr lang="en-US" sz="4800" dirty="0">
                <a:solidFill>
                  <a:srgbClr val="00B050"/>
                </a:solidFill>
                <a:latin typeface="Arial Black" panose="020B0A04020102020204" pitchFamily="34" charset="0"/>
              </a:rPr>
              <a:t>controls</a:t>
            </a:r>
            <a:r>
              <a:rPr lang="en-US" sz="4800" dirty="0"/>
              <a:t> </a:t>
            </a:r>
          </a:p>
          <a:p>
            <a:pPr algn="ctr"/>
            <a:r>
              <a:rPr lang="en-US" sz="4800" dirty="0"/>
              <a:t>and </a:t>
            </a:r>
          </a:p>
          <a:p>
            <a:pPr algn="ctr"/>
            <a:r>
              <a:rPr lang="en-US" sz="4800" dirty="0">
                <a:solidFill>
                  <a:srgbClr val="00B050"/>
                </a:solidFill>
                <a:latin typeface="Arial Black" panose="020B0A04020102020204" pitchFamily="34" charset="0"/>
              </a:rPr>
              <a:t>device</a:t>
            </a:r>
            <a:r>
              <a:rPr lang="en-US" sz="4800" dirty="0"/>
              <a:t> being </a:t>
            </a:r>
            <a:r>
              <a:rPr lang="en-US" sz="4800" dirty="0">
                <a:solidFill>
                  <a:srgbClr val="00B050"/>
                </a:solidFill>
                <a:latin typeface="Arial Black" panose="020B0A04020102020204" pitchFamily="34" charset="0"/>
              </a:rPr>
              <a:t>controlled</a:t>
            </a:r>
            <a:r>
              <a:rPr lang="en-US" sz="4800" dirty="0"/>
              <a:t> , </a:t>
            </a:r>
          </a:p>
          <a:p>
            <a:pPr algn="ctr"/>
            <a:r>
              <a:rPr lang="en-US" sz="4800" dirty="0"/>
              <a:t>makes using the device </a:t>
            </a:r>
            <a:r>
              <a:rPr lang="en-US" sz="4800" dirty="0">
                <a:solidFill>
                  <a:srgbClr val="00B050"/>
                </a:solidFill>
                <a:latin typeface="Arial Black" panose="020B0A04020102020204" pitchFamily="34" charset="0"/>
              </a:rPr>
              <a:t>easier</a:t>
            </a:r>
          </a:p>
        </p:txBody>
      </p:sp>
    </p:spTree>
    <p:extLst>
      <p:ext uri="{BB962C8B-B14F-4D97-AF65-F5344CB8AC3E}">
        <p14:creationId xmlns:p14="http://schemas.microsoft.com/office/powerpoint/2010/main" val="1961621170"/>
      </p:ext>
    </p:extLst>
  </p:cSld>
  <p:clrMapOvr>
    <a:masterClrMapping/>
  </p:clrMapOvr>
  <p:transition spd="slow">
    <p:push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A655D4-A16F-4D52-849C-06F7FE59B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by Amaid Zia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E5462B-8EAE-474E-ADDD-E8D864F0E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CB3F-26C9-44D7-A7CB-40F86C5CE4B1}" type="slidenum">
              <a:rPr lang="en-US" smtClean="0"/>
              <a:t>30</a:t>
            </a:fld>
            <a:endParaRPr lang="en-US"/>
          </a:p>
        </p:txBody>
      </p:sp>
      <p:pic>
        <p:nvPicPr>
          <p:cNvPr id="1026" name="Picture 2" descr="https://lh4.googleusercontent.com/bC1NVLNE3I6EPi5dA2_ff9VizY8s2AZTn6LEeTVshP9qxR3rEfTq5UUzPOiEnSSotjOWK5fV9ZDHTeWORBikJ1UsAgTKoSIs_zTiU5p8Rq1l24grjCjB0lel0frllOZMupXCDv8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89" t="51920" r="24132" b="8480"/>
          <a:stretch/>
        </p:blipFill>
        <p:spPr bwMode="auto">
          <a:xfrm>
            <a:off x="983432" y="1340768"/>
            <a:ext cx="3384377" cy="396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lh4.googleusercontent.com/C7-7Jkkm-V_OkQa-r47c4sh0fylQeQsYmKJWzSjE-cyaVizwax5UTJoQ0SJpnc5OL51JjgvcQZip9Is1TUqRT01tOXI2Ig_PyD0GXIx15wc567rARlUQ_kwhwUdowwOHHnPt7QI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848" t="48320" r="33312" b="8480"/>
          <a:stretch/>
        </p:blipFill>
        <p:spPr bwMode="auto">
          <a:xfrm>
            <a:off x="6744072" y="1340768"/>
            <a:ext cx="3035503" cy="3959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9434736" y="5393210"/>
            <a:ext cx="23762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Cooking Stove’s design taken from lecture notes by Keith Andrews</a:t>
            </a:r>
          </a:p>
        </p:txBody>
      </p:sp>
    </p:spTree>
    <p:extLst>
      <p:ext uri="{BB962C8B-B14F-4D97-AF65-F5344CB8AC3E}">
        <p14:creationId xmlns:p14="http://schemas.microsoft.com/office/powerpoint/2010/main" val="2628311402"/>
      </p:ext>
    </p:extLst>
  </p:cSld>
  <p:clrMapOvr>
    <a:masterClrMapping/>
  </p:clrMapOvr>
  <p:transition spd="slow">
    <p:push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A655D4-A16F-4D52-849C-06F7FE59B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by Amaid Zia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E5462B-8EAE-474E-ADDD-E8D864F0E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CB3F-26C9-44D7-A7CB-40F86C5CE4B1}" type="slidenum">
              <a:rPr lang="en-US" smtClean="0"/>
              <a:t>31</a:t>
            </a:fld>
            <a:endParaRPr lang="en-US"/>
          </a:p>
        </p:txBody>
      </p:sp>
      <p:pic>
        <p:nvPicPr>
          <p:cNvPr id="2050" name="Picture 2" descr="https://lh3.googleusercontent.com/k3jaeF2tEst8ujMlFwDyQwEbbR57FmkJUlPndq-8r842Prpp0fTbjs2mcljzukJSvgNemKQ1UcuPRrMfe-IunU4T2-JooYZTAPSshOR3KGAdxb3RN6KEALVHBKy8BiSf04k2j8c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88" t="23841" r="29532" b="9920"/>
          <a:stretch/>
        </p:blipFill>
        <p:spPr bwMode="auto">
          <a:xfrm>
            <a:off x="4246448" y="908720"/>
            <a:ext cx="3699104" cy="4726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9339663"/>
      </p:ext>
    </p:extLst>
  </p:cSld>
  <p:clrMapOvr>
    <a:masterClrMapping/>
  </p:clrMapOvr>
  <p:transition spd="slow"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B8C60-DE74-49D1-8C87-DE03EF0A2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B050"/>
                </a:solidFill>
              </a:rPr>
              <a:t>Contd</a:t>
            </a:r>
            <a:r>
              <a:rPr lang="en-US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FAE53-2D32-41F9-8365-94389CF22B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834" y="1340768"/>
            <a:ext cx="10515600" cy="4536504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Other Examples</a:t>
            </a:r>
          </a:p>
          <a:p>
            <a:pPr>
              <a:lnSpc>
                <a:spcPct val="200000"/>
              </a:lnSpc>
            </a:pPr>
            <a:r>
              <a:rPr lang="en-US" dirty="0"/>
              <a:t>Improve Understanding ?</a:t>
            </a:r>
          </a:p>
          <a:p>
            <a:pPr>
              <a:lnSpc>
                <a:spcPct val="200000"/>
              </a:lnSpc>
            </a:pPr>
            <a:r>
              <a:rPr lang="en-US" dirty="0"/>
              <a:t>Follow physical analogies and cultural standards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A655D4-A16F-4D52-849C-06F7FE59B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by Amaid Zia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E5462B-8EAE-474E-ADDD-E8D864F0E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CB3F-26C9-44D7-A7CB-40F86C5CE4B1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56227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EF915E2E-172C-4776-B875-ACE1E3160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  <a:alpha val="80000"/>
                  </a:schemeClr>
                </a:solidFill>
              </a:rPr>
              <a:t>Caus</a:t>
            </a:r>
            <a:r>
              <a:rPr lang="en-US" dirty="0"/>
              <a:t>ality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5FB80A-B7FC-4EB1-800B-3CF7612B2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by Amaid Zia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ED916-5CD0-4208-9AB8-6A9BD0893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CB3F-26C9-44D7-A7CB-40F86C5CE4B1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458702"/>
      </p:ext>
    </p:extLst>
  </p:cSld>
  <p:clrMapOvr>
    <a:masterClrMapping/>
  </p:clrMapOvr>
  <p:transition spd="slow">
    <p:push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6CFA9-7B8F-4E9B-897A-16ACA1BB5F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834" y="1484784"/>
            <a:ext cx="10515600" cy="453650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Result (cause) of an action by user</a:t>
            </a:r>
          </a:p>
          <a:p>
            <a:endParaRPr lang="en-US" dirty="0"/>
          </a:p>
          <a:p>
            <a:r>
              <a:rPr lang="en-US" dirty="0"/>
              <a:t>Relationship b/w 2 events  </a:t>
            </a:r>
          </a:p>
          <a:p>
            <a:endParaRPr lang="en-US" dirty="0"/>
          </a:p>
          <a:p>
            <a:r>
              <a:rPr lang="en-US" dirty="0"/>
              <a:t>Cause and effect</a:t>
            </a:r>
          </a:p>
          <a:p>
            <a:endParaRPr lang="en-US" dirty="0"/>
          </a:p>
          <a:p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100B63-8154-43F0-A141-A1736E296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by Amaid Zia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B49D62-2ED0-4F88-97C1-905E1DC49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CB3F-26C9-44D7-A7CB-40F86C5CE4B1}" type="slidenum">
              <a:rPr lang="en-US" smtClean="0"/>
              <a:t>34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8425CD8-5C1E-413D-81D0-B5F9A6428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599" cy="1132235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  <a:alpha val="65000"/>
                  </a:schemeClr>
                </a:solidFill>
              </a:rPr>
              <a:t>Caus</a:t>
            </a:r>
            <a:r>
              <a:rPr lang="en-US" dirty="0"/>
              <a:t>ality</a:t>
            </a:r>
          </a:p>
        </p:txBody>
      </p:sp>
    </p:spTree>
    <p:extLst>
      <p:ext uri="{BB962C8B-B14F-4D97-AF65-F5344CB8AC3E}">
        <p14:creationId xmlns:p14="http://schemas.microsoft.com/office/powerpoint/2010/main" val="165319590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6CFA9-7B8F-4E9B-897A-16ACA1BB5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Pressing gas pedal increases speed</a:t>
            </a:r>
          </a:p>
          <a:p>
            <a:endParaRPr lang="en-US" dirty="0"/>
          </a:p>
          <a:p>
            <a:r>
              <a:rPr lang="en-US" dirty="0"/>
              <a:t>Flipping a switch down turns on a light</a:t>
            </a:r>
          </a:p>
          <a:p>
            <a:endParaRPr lang="en-US" dirty="0"/>
          </a:p>
          <a:p>
            <a:r>
              <a:rPr lang="en-US" dirty="0"/>
              <a:t>Clicking X button closes an application on computers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100B63-8154-43F0-A141-A1736E296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by Amaid Zia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B49D62-2ED0-4F88-97C1-905E1DC49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CB3F-26C9-44D7-A7CB-40F86C5CE4B1}" type="slidenum">
              <a:rPr lang="en-US" smtClean="0"/>
              <a:t>35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8425CD8-5C1E-413D-81D0-B5F9A6428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599" cy="1132235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  <a:alpha val="65000"/>
                  </a:schemeClr>
                </a:solidFill>
              </a:rPr>
              <a:t>Caus</a:t>
            </a:r>
            <a:r>
              <a:rPr lang="en-US" dirty="0"/>
              <a:t>ality</a:t>
            </a:r>
          </a:p>
        </p:txBody>
      </p:sp>
    </p:spTree>
    <p:extLst>
      <p:ext uri="{BB962C8B-B14F-4D97-AF65-F5344CB8AC3E}">
        <p14:creationId xmlns:p14="http://schemas.microsoft.com/office/powerpoint/2010/main" val="269234577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6CFA9-7B8F-4E9B-897A-16ACA1BB5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False Causality</a:t>
            </a:r>
          </a:p>
          <a:p>
            <a:pPr marL="457200" lvl="1" indent="0">
              <a:buNone/>
            </a:pPr>
            <a:r>
              <a:rPr lang="en-US" dirty="0"/>
              <a:t>	1. Coincidental</a:t>
            </a:r>
          </a:p>
          <a:p>
            <a:pPr marL="457200" lvl="1" indent="0">
              <a:buNone/>
            </a:pPr>
            <a:r>
              <a:rPr lang="en-US" dirty="0"/>
              <a:t>	2. Invisible effects</a:t>
            </a:r>
          </a:p>
          <a:p>
            <a:pPr marL="0" indent="0">
              <a:buNone/>
            </a:pP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Proper Feedback helps reduce confusion</a:t>
            </a:r>
          </a:p>
          <a:p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100B63-8154-43F0-A141-A1736E296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by Amaid Zia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B49D62-2ED0-4F88-97C1-905E1DC49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CB3F-26C9-44D7-A7CB-40F86C5CE4B1}" type="slidenum">
              <a:rPr lang="en-US" smtClean="0"/>
              <a:t>36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8425CD8-5C1E-413D-81D0-B5F9A6428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599" cy="1132235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  <a:alpha val="65000"/>
                  </a:schemeClr>
                </a:solidFill>
              </a:rPr>
              <a:t>Caus</a:t>
            </a:r>
            <a:r>
              <a:rPr lang="en-US" dirty="0"/>
              <a:t>ality</a:t>
            </a:r>
          </a:p>
        </p:txBody>
      </p:sp>
    </p:spTree>
    <p:extLst>
      <p:ext uri="{BB962C8B-B14F-4D97-AF65-F5344CB8AC3E}">
        <p14:creationId xmlns:p14="http://schemas.microsoft.com/office/powerpoint/2010/main" val="3978816105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0714F9A-57FC-47D3-A196-531173ED6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300" dirty="0">
                <a:solidFill>
                  <a:srgbClr val="E7B881"/>
                </a:solidFill>
                <a:latin typeface="Arial Black" panose="020B0A04020102020204" pitchFamily="34" charset="0"/>
              </a:rPr>
              <a:t>Conclus</a:t>
            </a: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ion</a:t>
            </a:r>
            <a:endParaRPr lang="en-US" spc="300" dirty="0">
              <a:solidFill>
                <a:srgbClr val="E7B88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67294BB8-BC44-4C40-92EC-EEECFE983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by Amaid Zia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3CE9D0F3-9133-42C7-9A2F-EE6DD2CB4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CB3F-26C9-44D7-A7CB-40F86C5CE4B1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248650"/>
      </p:ext>
    </p:extLst>
  </p:cSld>
  <p:clrMapOvr>
    <a:masterClrMapping/>
  </p:clrMapOvr>
  <p:transition spd="slow">
    <p:push dir="u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16196D-3A06-4545-AD31-03C4E648E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by Amaid Zia</a:t>
            </a:r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1610467-A24B-4A50-8DC2-7550F5C5F2B3}"/>
              </a:ext>
            </a:extLst>
          </p:cNvPr>
          <p:cNvSpPr/>
          <p:nvPr/>
        </p:nvSpPr>
        <p:spPr>
          <a:xfrm rot="4994718">
            <a:off x="11009811" y="4247995"/>
            <a:ext cx="1197858" cy="1389174"/>
          </a:xfrm>
          <a:custGeom>
            <a:avLst/>
            <a:gdLst>
              <a:gd name="connsiteX0" fmla="*/ 272811 w 1197858"/>
              <a:gd name="connsiteY0" fmla="*/ 0 h 1389174"/>
              <a:gd name="connsiteX1" fmla="*/ 924678 w 1197858"/>
              <a:gd name="connsiteY1" fmla="*/ 0 h 1389174"/>
              <a:gd name="connsiteX2" fmla="*/ 974454 w 1197858"/>
              <a:gd name="connsiteY2" fmla="*/ 32247 h 1389174"/>
              <a:gd name="connsiteX3" fmla="*/ 1189160 w 1197858"/>
              <a:gd name="connsiteY3" fmla="*/ 421913 h 1389174"/>
              <a:gd name="connsiteX4" fmla="*/ 850459 w 1197858"/>
              <a:gd name="connsiteY4" fmla="*/ 1387791 h 1389174"/>
              <a:gd name="connsiteX5" fmla="*/ 2923 w 1197858"/>
              <a:gd name="connsiteY5" fmla="*/ 541295 h 1389174"/>
              <a:gd name="connsiteX6" fmla="*/ 216245 w 1197858"/>
              <a:gd name="connsiteY6" fmla="*/ 37481 h 1389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97858" h="1389174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wrap="square" lIns="38100" tIns="38100" rIns="38100" bIns="38100" anchor="ctr">
            <a:noAutofit/>
          </a:bodyPr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1" name="Figure">
            <a:extLst>
              <a:ext uri="{FF2B5EF4-FFF2-40B4-BE49-F238E27FC236}">
                <a16:creationId xmlns:a16="http://schemas.microsoft.com/office/drawing/2014/main" id="{F8AF123D-F2B7-4809-8390-21358F10C0D1}"/>
              </a:ext>
            </a:extLst>
          </p:cNvPr>
          <p:cNvSpPr/>
          <p:nvPr/>
        </p:nvSpPr>
        <p:spPr>
          <a:xfrm>
            <a:off x="10164333" y="5621590"/>
            <a:ext cx="1772074" cy="1204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589" h="18693" extrusionOk="0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2" name="Figure">
            <a:extLst>
              <a:ext uri="{FF2B5EF4-FFF2-40B4-BE49-F238E27FC236}">
                <a16:creationId xmlns:a16="http://schemas.microsoft.com/office/drawing/2014/main" id="{99797117-77EC-487C-AC12-14D95DCCAECD}"/>
              </a:ext>
            </a:extLst>
          </p:cNvPr>
          <p:cNvSpPr/>
          <p:nvPr/>
        </p:nvSpPr>
        <p:spPr>
          <a:xfrm rot="18469479" flipV="1">
            <a:off x="8578220" y="5399971"/>
            <a:ext cx="1745881" cy="12004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9116" extrusionOk="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 w="12700">
            <a:noFill/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3" name="Figure">
            <a:extLst>
              <a:ext uri="{FF2B5EF4-FFF2-40B4-BE49-F238E27FC236}">
                <a16:creationId xmlns:a16="http://schemas.microsoft.com/office/drawing/2014/main" id="{A300324B-00E8-4C94-A009-CC04B0C324C4}"/>
              </a:ext>
            </a:extLst>
          </p:cNvPr>
          <p:cNvSpPr/>
          <p:nvPr/>
        </p:nvSpPr>
        <p:spPr>
          <a:xfrm>
            <a:off x="9801738" y="6524337"/>
            <a:ext cx="218435" cy="2225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088" h="18770" extrusionOk="0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4" name="Figure">
            <a:extLst>
              <a:ext uri="{FF2B5EF4-FFF2-40B4-BE49-F238E27FC236}">
                <a16:creationId xmlns:a16="http://schemas.microsoft.com/office/drawing/2014/main" id="{C3DF862A-7806-436B-94C0-B0768CC8433A}"/>
              </a:ext>
            </a:extLst>
          </p:cNvPr>
          <p:cNvSpPr/>
          <p:nvPr/>
        </p:nvSpPr>
        <p:spPr>
          <a:xfrm>
            <a:off x="11926488" y="6491993"/>
            <a:ext cx="150794" cy="1436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202" h="18783" extrusionOk="0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5" name="Text Placeholder 21">
            <a:extLst>
              <a:ext uri="{FF2B5EF4-FFF2-40B4-BE49-F238E27FC236}">
                <a16:creationId xmlns:a16="http://schemas.microsoft.com/office/drawing/2014/main" id="{0C240034-E8E1-4A0B-B5DC-6D8830D1AA09}"/>
              </a:ext>
            </a:extLst>
          </p:cNvPr>
          <p:cNvSpPr txBox="1">
            <a:spLocks/>
          </p:cNvSpPr>
          <p:nvPr/>
        </p:nvSpPr>
        <p:spPr>
          <a:xfrm>
            <a:off x="7278673" y="276681"/>
            <a:ext cx="1163046" cy="11274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5400" b="1" kern="120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spcBef>
                <a:spcPct val="0"/>
              </a:spcBef>
            </a:pPr>
            <a:endParaRPr lang="en-US" dirty="0"/>
          </a:p>
        </p:txBody>
      </p:sp>
      <p:sp>
        <p:nvSpPr>
          <p:cNvPr id="16" name="Figure">
            <a:extLst>
              <a:ext uri="{FF2B5EF4-FFF2-40B4-BE49-F238E27FC236}">
                <a16:creationId xmlns:a16="http://schemas.microsoft.com/office/drawing/2014/main" id="{E6EEEF94-D40F-4EC9-A5CA-DB74D44126D6}"/>
              </a:ext>
            </a:extLst>
          </p:cNvPr>
          <p:cNvSpPr/>
          <p:nvPr/>
        </p:nvSpPr>
        <p:spPr>
          <a:xfrm>
            <a:off x="10530486" y="5383307"/>
            <a:ext cx="218435" cy="2225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088" h="18770" extrusionOk="0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34" name="Slide Number Placeholder 33">
            <a:extLst>
              <a:ext uri="{FF2B5EF4-FFF2-40B4-BE49-F238E27FC236}">
                <a16:creationId xmlns:a16="http://schemas.microsoft.com/office/drawing/2014/main" id="{19451E0A-FE31-4047-80FB-BF2FED10F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CB3F-26C9-44D7-A7CB-40F86C5CE4B1}" type="slidenum">
              <a:rPr lang="en-US" smtClean="0"/>
              <a:t>38</a:t>
            </a:fld>
            <a:endParaRPr lang="en-US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F4D5A8E-C6CF-4D00-83F7-DB54927ED1CD}"/>
              </a:ext>
            </a:extLst>
          </p:cNvPr>
          <p:cNvSpPr txBox="1">
            <a:spLocks/>
          </p:cNvSpPr>
          <p:nvPr/>
        </p:nvSpPr>
        <p:spPr>
          <a:xfrm>
            <a:off x="654164" y="636122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914354" rtl="0" eaLnBrk="1" latinLnBrk="0" hangingPunct="1">
              <a:defRPr sz="24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dirty="0">
                <a:solidFill>
                  <a:srgbClr val="E7B881"/>
                </a:solidFill>
                <a:latin typeface="Arial Black" panose="020B0A04020102020204" pitchFamily="34" charset="0"/>
              </a:rPr>
              <a:t>C</a:t>
            </a:r>
            <a:r>
              <a:rPr lang="en-US" sz="2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</a:p>
        </p:txBody>
      </p:sp>
      <p:pic>
        <p:nvPicPr>
          <p:cNvPr id="5" name="Graphic 4" descr="Question Mark">
            <a:extLst>
              <a:ext uri="{FF2B5EF4-FFF2-40B4-BE49-F238E27FC236}">
                <a16:creationId xmlns:a16="http://schemas.microsoft.com/office/drawing/2014/main" id="{487A3C0E-C5CB-4A86-9B99-6AC08F700A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17217" y="713843"/>
            <a:ext cx="2761456" cy="27614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71DA96-7630-4D4A-AE43-FE54EDF535CB}"/>
              </a:ext>
            </a:extLst>
          </p:cNvPr>
          <p:cNvSpPr txBox="1"/>
          <p:nvPr/>
        </p:nvSpPr>
        <p:spPr>
          <a:xfrm>
            <a:off x="2171827" y="3729806"/>
            <a:ext cx="7452565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How will users </a:t>
            </a:r>
            <a:r>
              <a:rPr lang="en-US" sz="4000" dirty="0">
                <a:solidFill>
                  <a:srgbClr val="E7B88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perceive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</a:p>
          <a:p>
            <a:pPr algn="ctr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product</a:t>
            </a:r>
          </a:p>
        </p:txBody>
      </p:sp>
    </p:spTree>
    <p:extLst>
      <p:ext uri="{BB962C8B-B14F-4D97-AF65-F5344CB8AC3E}">
        <p14:creationId xmlns:p14="http://schemas.microsoft.com/office/powerpoint/2010/main" val="2012270464"/>
      </p:ext>
    </p:extLst>
  </p:cSld>
  <p:clrMapOvr>
    <a:masterClrMapping/>
  </p:clrMapOvr>
  <p:transition spd="slow">
    <p:push dir="u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16196D-3A06-4545-AD31-03C4E648E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by Amaid Zia</a:t>
            </a:r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1610467-A24B-4A50-8DC2-7550F5C5F2B3}"/>
              </a:ext>
            </a:extLst>
          </p:cNvPr>
          <p:cNvSpPr/>
          <p:nvPr/>
        </p:nvSpPr>
        <p:spPr>
          <a:xfrm rot="4994718">
            <a:off x="11009811" y="4247995"/>
            <a:ext cx="1197858" cy="1389174"/>
          </a:xfrm>
          <a:custGeom>
            <a:avLst/>
            <a:gdLst>
              <a:gd name="connsiteX0" fmla="*/ 272811 w 1197858"/>
              <a:gd name="connsiteY0" fmla="*/ 0 h 1389174"/>
              <a:gd name="connsiteX1" fmla="*/ 924678 w 1197858"/>
              <a:gd name="connsiteY1" fmla="*/ 0 h 1389174"/>
              <a:gd name="connsiteX2" fmla="*/ 974454 w 1197858"/>
              <a:gd name="connsiteY2" fmla="*/ 32247 h 1389174"/>
              <a:gd name="connsiteX3" fmla="*/ 1189160 w 1197858"/>
              <a:gd name="connsiteY3" fmla="*/ 421913 h 1389174"/>
              <a:gd name="connsiteX4" fmla="*/ 850459 w 1197858"/>
              <a:gd name="connsiteY4" fmla="*/ 1387791 h 1389174"/>
              <a:gd name="connsiteX5" fmla="*/ 2923 w 1197858"/>
              <a:gd name="connsiteY5" fmla="*/ 541295 h 1389174"/>
              <a:gd name="connsiteX6" fmla="*/ 216245 w 1197858"/>
              <a:gd name="connsiteY6" fmla="*/ 37481 h 1389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97858" h="1389174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wrap="square" lIns="38100" tIns="38100" rIns="38100" bIns="38100" anchor="ctr">
            <a:noAutofit/>
          </a:bodyPr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1" name="Figure">
            <a:extLst>
              <a:ext uri="{FF2B5EF4-FFF2-40B4-BE49-F238E27FC236}">
                <a16:creationId xmlns:a16="http://schemas.microsoft.com/office/drawing/2014/main" id="{F8AF123D-F2B7-4809-8390-21358F10C0D1}"/>
              </a:ext>
            </a:extLst>
          </p:cNvPr>
          <p:cNvSpPr/>
          <p:nvPr/>
        </p:nvSpPr>
        <p:spPr>
          <a:xfrm>
            <a:off x="10164333" y="5621590"/>
            <a:ext cx="1772074" cy="1204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589" h="18693" extrusionOk="0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2" name="Figure">
            <a:extLst>
              <a:ext uri="{FF2B5EF4-FFF2-40B4-BE49-F238E27FC236}">
                <a16:creationId xmlns:a16="http://schemas.microsoft.com/office/drawing/2014/main" id="{99797117-77EC-487C-AC12-14D95DCCAECD}"/>
              </a:ext>
            </a:extLst>
          </p:cNvPr>
          <p:cNvSpPr/>
          <p:nvPr/>
        </p:nvSpPr>
        <p:spPr>
          <a:xfrm rot="18469479" flipV="1">
            <a:off x="8578220" y="5399971"/>
            <a:ext cx="1745881" cy="12004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9116" extrusionOk="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 w="12700">
            <a:noFill/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3" name="Figure">
            <a:extLst>
              <a:ext uri="{FF2B5EF4-FFF2-40B4-BE49-F238E27FC236}">
                <a16:creationId xmlns:a16="http://schemas.microsoft.com/office/drawing/2014/main" id="{A300324B-00E8-4C94-A009-CC04B0C324C4}"/>
              </a:ext>
            </a:extLst>
          </p:cNvPr>
          <p:cNvSpPr/>
          <p:nvPr/>
        </p:nvSpPr>
        <p:spPr>
          <a:xfrm>
            <a:off x="9801738" y="6524337"/>
            <a:ext cx="218435" cy="2225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088" h="18770" extrusionOk="0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4" name="Figure">
            <a:extLst>
              <a:ext uri="{FF2B5EF4-FFF2-40B4-BE49-F238E27FC236}">
                <a16:creationId xmlns:a16="http://schemas.microsoft.com/office/drawing/2014/main" id="{C3DF862A-7806-436B-94C0-B0768CC8433A}"/>
              </a:ext>
            </a:extLst>
          </p:cNvPr>
          <p:cNvSpPr/>
          <p:nvPr/>
        </p:nvSpPr>
        <p:spPr>
          <a:xfrm>
            <a:off x="11926488" y="6491993"/>
            <a:ext cx="150794" cy="1436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202" h="18783" extrusionOk="0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5" name="Text Placeholder 21">
            <a:extLst>
              <a:ext uri="{FF2B5EF4-FFF2-40B4-BE49-F238E27FC236}">
                <a16:creationId xmlns:a16="http://schemas.microsoft.com/office/drawing/2014/main" id="{0C240034-E8E1-4A0B-B5DC-6D8830D1AA09}"/>
              </a:ext>
            </a:extLst>
          </p:cNvPr>
          <p:cNvSpPr txBox="1">
            <a:spLocks/>
          </p:cNvSpPr>
          <p:nvPr/>
        </p:nvSpPr>
        <p:spPr>
          <a:xfrm>
            <a:off x="7278673" y="276681"/>
            <a:ext cx="1163046" cy="11274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5400" b="1" kern="120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spcBef>
                <a:spcPct val="0"/>
              </a:spcBef>
            </a:pPr>
            <a:endParaRPr lang="en-US" dirty="0"/>
          </a:p>
        </p:txBody>
      </p:sp>
      <p:sp>
        <p:nvSpPr>
          <p:cNvPr id="16" name="Figure">
            <a:extLst>
              <a:ext uri="{FF2B5EF4-FFF2-40B4-BE49-F238E27FC236}">
                <a16:creationId xmlns:a16="http://schemas.microsoft.com/office/drawing/2014/main" id="{E6EEEF94-D40F-4EC9-A5CA-DB74D44126D6}"/>
              </a:ext>
            </a:extLst>
          </p:cNvPr>
          <p:cNvSpPr/>
          <p:nvPr/>
        </p:nvSpPr>
        <p:spPr>
          <a:xfrm>
            <a:off x="10530486" y="5383307"/>
            <a:ext cx="218435" cy="2225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088" h="18770" extrusionOk="0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34" name="Slide Number Placeholder 33">
            <a:extLst>
              <a:ext uri="{FF2B5EF4-FFF2-40B4-BE49-F238E27FC236}">
                <a16:creationId xmlns:a16="http://schemas.microsoft.com/office/drawing/2014/main" id="{19451E0A-FE31-4047-80FB-BF2FED10F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CB3F-26C9-44D7-A7CB-40F86C5CE4B1}" type="slidenum">
              <a:rPr lang="en-US" smtClean="0"/>
              <a:t>39</a:t>
            </a:fld>
            <a:endParaRPr lang="en-US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F4D5A8E-C6CF-4D00-83F7-DB54927ED1CD}"/>
              </a:ext>
            </a:extLst>
          </p:cNvPr>
          <p:cNvSpPr txBox="1">
            <a:spLocks/>
          </p:cNvSpPr>
          <p:nvPr/>
        </p:nvSpPr>
        <p:spPr>
          <a:xfrm>
            <a:off x="654164" y="636122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914354" rtl="0" eaLnBrk="1" latinLnBrk="0" hangingPunct="1">
              <a:defRPr sz="24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dirty="0">
                <a:solidFill>
                  <a:srgbClr val="E7B881"/>
                </a:solidFill>
                <a:latin typeface="Arial Black" panose="020B0A04020102020204" pitchFamily="34" charset="0"/>
              </a:rPr>
              <a:t>C</a:t>
            </a:r>
            <a:r>
              <a:rPr lang="en-US" sz="2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</a:p>
        </p:txBody>
      </p:sp>
      <p:pic>
        <p:nvPicPr>
          <p:cNvPr id="5" name="Graphic 4" descr="Lightbulb">
            <a:extLst>
              <a:ext uri="{FF2B5EF4-FFF2-40B4-BE49-F238E27FC236}">
                <a16:creationId xmlns:a16="http://schemas.microsoft.com/office/drawing/2014/main" id="{487A3C0E-C5CB-4A86-9B99-6AC08F700A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517217" y="713843"/>
            <a:ext cx="2761456" cy="27614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71DA96-7630-4D4A-AE43-FE54EDF535CB}"/>
              </a:ext>
            </a:extLst>
          </p:cNvPr>
          <p:cNvSpPr txBox="1"/>
          <p:nvPr/>
        </p:nvSpPr>
        <p:spPr>
          <a:xfrm>
            <a:off x="2171827" y="3729806"/>
            <a:ext cx="7452565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Think of 4 major</a:t>
            </a:r>
          </a:p>
          <a:p>
            <a:pPr algn="ctr"/>
            <a:r>
              <a:rPr lang="en-US" sz="4000" dirty="0">
                <a:solidFill>
                  <a:srgbClr val="E7B88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components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of</a:t>
            </a:r>
          </a:p>
          <a:p>
            <a:pPr algn="ctr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Mental Model</a:t>
            </a:r>
          </a:p>
        </p:txBody>
      </p:sp>
    </p:spTree>
    <p:extLst>
      <p:ext uri="{BB962C8B-B14F-4D97-AF65-F5344CB8AC3E}">
        <p14:creationId xmlns:p14="http://schemas.microsoft.com/office/powerpoint/2010/main" val="1618908214"/>
      </p:ext>
    </p:extLst>
  </p:cSld>
  <p:clrMapOvr>
    <a:masterClrMapping/>
  </p:clrMapOvr>
  <p:transition spd="slow">
    <p:push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60ABFE10-65BC-45E5-8860-DD15403D62B0}"/>
              </a:ext>
            </a:extLst>
          </p:cNvPr>
          <p:cNvGrpSpPr/>
          <p:nvPr/>
        </p:nvGrpSpPr>
        <p:grpSpPr>
          <a:xfrm>
            <a:off x="2137587" y="3502422"/>
            <a:ext cx="3384376" cy="2880320"/>
            <a:chOff x="1465295" y="1556792"/>
            <a:chExt cx="3384376" cy="2880320"/>
          </a:xfrm>
          <a:solidFill>
            <a:srgbClr val="8DB1C4"/>
          </a:solidFill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3119B1D4-80BF-4ECC-B096-B0E02B4E2D68}"/>
                </a:ext>
              </a:extLst>
            </p:cNvPr>
            <p:cNvSpPr/>
            <p:nvPr/>
          </p:nvSpPr>
          <p:spPr>
            <a:xfrm>
              <a:off x="1465295" y="1556792"/>
              <a:ext cx="3384376" cy="2880320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3BAE78E-565C-4783-BBFF-FA7F5D855154}"/>
                </a:ext>
              </a:extLst>
            </p:cNvPr>
            <p:cNvSpPr txBox="1"/>
            <p:nvPr/>
          </p:nvSpPr>
          <p:spPr>
            <a:xfrm>
              <a:off x="1704622" y="3018603"/>
              <a:ext cx="2905723" cy="83099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Arial Black" panose="020B0A04020102020204" pitchFamily="34" charset="0"/>
                </a:rPr>
                <a:t>Mapping</a:t>
              </a:r>
            </a:p>
            <a:p>
              <a:pPr algn="ctr"/>
              <a:r>
                <a:rPr lang="en-US" sz="2400" dirty="0">
                  <a:latin typeface="Arial Black" panose="020B0A04020102020204" pitchFamily="34" charset="0"/>
                </a:rPr>
                <a:t>3rd</a:t>
              </a:r>
            </a:p>
          </p:txBody>
        </p:sp>
        <p:pic>
          <p:nvPicPr>
            <p:cNvPr id="28" name="Graphic 27" descr="Connected">
              <a:extLst>
                <a:ext uri="{FF2B5EF4-FFF2-40B4-BE49-F238E27FC236}">
                  <a16:creationId xmlns:a16="http://schemas.microsoft.com/office/drawing/2014/main" id="{F3C61445-6AC1-4657-BAC6-8C677DCE01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2700283" y="1646775"/>
              <a:ext cx="914400" cy="914400"/>
            </a:xfrm>
            <a:prstGeom prst="rect">
              <a:avLst/>
            </a:prstGeom>
          </p:spPr>
        </p:pic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16196D-3A06-4545-AD31-03C4E648E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by Amaid Zia</a:t>
            </a:r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1610467-A24B-4A50-8DC2-7550F5C5F2B3}"/>
              </a:ext>
            </a:extLst>
          </p:cNvPr>
          <p:cNvSpPr/>
          <p:nvPr/>
        </p:nvSpPr>
        <p:spPr>
          <a:xfrm rot="4994718">
            <a:off x="11009811" y="4247995"/>
            <a:ext cx="1197858" cy="1389174"/>
          </a:xfrm>
          <a:custGeom>
            <a:avLst/>
            <a:gdLst>
              <a:gd name="connsiteX0" fmla="*/ 272811 w 1197858"/>
              <a:gd name="connsiteY0" fmla="*/ 0 h 1389174"/>
              <a:gd name="connsiteX1" fmla="*/ 924678 w 1197858"/>
              <a:gd name="connsiteY1" fmla="*/ 0 h 1389174"/>
              <a:gd name="connsiteX2" fmla="*/ 974454 w 1197858"/>
              <a:gd name="connsiteY2" fmla="*/ 32247 h 1389174"/>
              <a:gd name="connsiteX3" fmla="*/ 1189160 w 1197858"/>
              <a:gd name="connsiteY3" fmla="*/ 421913 h 1389174"/>
              <a:gd name="connsiteX4" fmla="*/ 850459 w 1197858"/>
              <a:gd name="connsiteY4" fmla="*/ 1387791 h 1389174"/>
              <a:gd name="connsiteX5" fmla="*/ 2923 w 1197858"/>
              <a:gd name="connsiteY5" fmla="*/ 541295 h 1389174"/>
              <a:gd name="connsiteX6" fmla="*/ 216245 w 1197858"/>
              <a:gd name="connsiteY6" fmla="*/ 37481 h 1389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97858" h="1389174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wrap="square" lIns="38100" tIns="38100" rIns="38100" bIns="38100" anchor="ctr">
            <a:noAutofit/>
          </a:bodyPr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1" name="Figure">
            <a:extLst>
              <a:ext uri="{FF2B5EF4-FFF2-40B4-BE49-F238E27FC236}">
                <a16:creationId xmlns:a16="http://schemas.microsoft.com/office/drawing/2014/main" id="{F8AF123D-F2B7-4809-8390-21358F10C0D1}"/>
              </a:ext>
            </a:extLst>
          </p:cNvPr>
          <p:cNvSpPr/>
          <p:nvPr/>
        </p:nvSpPr>
        <p:spPr>
          <a:xfrm>
            <a:off x="10164333" y="5621590"/>
            <a:ext cx="1772074" cy="1204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589" h="18693" extrusionOk="0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2" name="Figure">
            <a:extLst>
              <a:ext uri="{FF2B5EF4-FFF2-40B4-BE49-F238E27FC236}">
                <a16:creationId xmlns:a16="http://schemas.microsoft.com/office/drawing/2014/main" id="{99797117-77EC-487C-AC12-14D95DCCAECD}"/>
              </a:ext>
            </a:extLst>
          </p:cNvPr>
          <p:cNvSpPr/>
          <p:nvPr/>
        </p:nvSpPr>
        <p:spPr>
          <a:xfrm rot="18469479" flipV="1">
            <a:off x="8757321" y="5387476"/>
            <a:ext cx="1745881" cy="12004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9116" extrusionOk="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 w="12700">
            <a:noFill/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3" name="Figure">
            <a:extLst>
              <a:ext uri="{FF2B5EF4-FFF2-40B4-BE49-F238E27FC236}">
                <a16:creationId xmlns:a16="http://schemas.microsoft.com/office/drawing/2014/main" id="{A300324B-00E8-4C94-A009-CC04B0C324C4}"/>
              </a:ext>
            </a:extLst>
          </p:cNvPr>
          <p:cNvSpPr/>
          <p:nvPr/>
        </p:nvSpPr>
        <p:spPr>
          <a:xfrm>
            <a:off x="9801738" y="6524337"/>
            <a:ext cx="218435" cy="2225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088" h="18770" extrusionOk="0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4" name="Figure">
            <a:extLst>
              <a:ext uri="{FF2B5EF4-FFF2-40B4-BE49-F238E27FC236}">
                <a16:creationId xmlns:a16="http://schemas.microsoft.com/office/drawing/2014/main" id="{C3DF862A-7806-436B-94C0-B0768CC8433A}"/>
              </a:ext>
            </a:extLst>
          </p:cNvPr>
          <p:cNvSpPr/>
          <p:nvPr/>
        </p:nvSpPr>
        <p:spPr>
          <a:xfrm>
            <a:off x="11926488" y="6491993"/>
            <a:ext cx="150794" cy="1436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202" h="18783" extrusionOk="0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5" name="Text Placeholder 21">
            <a:extLst>
              <a:ext uri="{FF2B5EF4-FFF2-40B4-BE49-F238E27FC236}">
                <a16:creationId xmlns:a16="http://schemas.microsoft.com/office/drawing/2014/main" id="{0C240034-E8E1-4A0B-B5DC-6D8830D1AA09}"/>
              </a:ext>
            </a:extLst>
          </p:cNvPr>
          <p:cNvSpPr txBox="1">
            <a:spLocks/>
          </p:cNvSpPr>
          <p:nvPr/>
        </p:nvSpPr>
        <p:spPr>
          <a:xfrm>
            <a:off x="7199882" y="276681"/>
            <a:ext cx="1163046" cy="11274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5400" b="1" kern="120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spcBef>
                <a:spcPct val="0"/>
              </a:spcBef>
            </a:pPr>
            <a:endParaRPr lang="en-US" dirty="0"/>
          </a:p>
        </p:txBody>
      </p:sp>
      <p:sp>
        <p:nvSpPr>
          <p:cNvPr id="16" name="Figure">
            <a:extLst>
              <a:ext uri="{FF2B5EF4-FFF2-40B4-BE49-F238E27FC236}">
                <a16:creationId xmlns:a16="http://schemas.microsoft.com/office/drawing/2014/main" id="{E6EEEF94-D40F-4EC9-A5CA-DB74D44126D6}"/>
              </a:ext>
            </a:extLst>
          </p:cNvPr>
          <p:cNvSpPr/>
          <p:nvPr/>
        </p:nvSpPr>
        <p:spPr>
          <a:xfrm>
            <a:off x="10530486" y="5383307"/>
            <a:ext cx="218435" cy="2225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088" h="18770" extrusionOk="0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34" name="Slide Number Placeholder 33">
            <a:extLst>
              <a:ext uri="{FF2B5EF4-FFF2-40B4-BE49-F238E27FC236}">
                <a16:creationId xmlns:a16="http://schemas.microsoft.com/office/drawing/2014/main" id="{19451E0A-FE31-4047-80FB-BF2FED10F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CB3F-26C9-44D7-A7CB-40F86C5CE4B1}" type="slidenum">
              <a:rPr lang="en-US" smtClean="0"/>
              <a:t>40</a:t>
            </a:fld>
            <a:endParaRPr lang="en-US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F4D5A8E-C6CF-4D00-83F7-DB54927ED1CD}"/>
              </a:ext>
            </a:extLst>
          </p:cNvPr>
          <p:cNvSpPr txBox="1">
            <a:spLocks/>
          </p:cNvSpPr>
          <p:nvPr/>
        </p:nvSpPr>
        <p:spPr>
          <a:xfrm>
            <a:off x="654164" y="636122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914354" rtl="0" eaLnBrk="1" latinLnBrk="0" hangingPunct="1">
              <a:defRPr sz="24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dirty="0">
                <a:solidFill>
                  <a:srgbClr val="E7B881"/>
                </a:solidFill>
                <a:latin typeface="Arial Black" panose="020B0A04020102020204" pitchFamily="34" charset="0"/>
              </a:rPr>
              <a:t>C</a:t>
            </a:r>
            <a:r>
              <a:rPr lang="en-US" sz="2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7151B0A-2770-42B2-9EF5-2B8C3DCE27AA}"/>
              </a:ext>
            </a:extLst>
          </p:cNvPr>
          <p:cNvGrpSpPr/>
          <p:nvPr/>
        </p:nvGrpSpPr>
        <p:grpSpPr>
          <a:xfrm>
            <a:off x="2160144" y="284604"/>
            <a:ext cx="3384376" cy="2880320"/>
            <a:chOff x="1465295" y="1556792"/>
            <a:chExt cx="3384376" cy="2880320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30E495CF-3342-4920-8880-17473594B04C}"/>
                </a:ext>
              </a:extLst>
            </p:cNvPr>
            <p:cNvSpPr/>
            <p:nvPr/>
          </p:nvSpPr>
          <p:spPr>
            <a:xfrm>
              <a:off x="1465295" y="1556792"/>
              <a:ext cx="3384376" cy="2880320"/>
            </a:xfrm>
            <a:prstGeom prst="roundRect">
              <a:avLst/>
            </a:prstGeom>
            <a:solidFill>
              <a:srgbClr val="E7B881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9" name="Graphic 18" descr="Lightbulb">
              <a:extLst>
                <a:ext uri="{FF2B5EF4-FFF2-40B4-BE49-F238E27FC236}">
                  <a16:creationId xmlns:a16="http://schemas.microsoft.com/office/drawing/2014/main" id="{D5FBF5F2-BDAB-4839-8586-FEFA1D8C9E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700283" y="1646775"/>
              <a:ext cx="914400" cy="914400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6FE44AB-54C8-4EBB-A491-CAA40C772EA8}"/>
                </a:ext>
              </a:extLst>
            </p:cNvPr>
            <p:cNvSpPr txBox="1"/>
            <p:nvPr/>
          </p:nvSpPr>
          <p:spPr>
            <a:xfrm>
              <a:off x="1704622" y="3018603"/>
              <a:ext cx="290572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Arial Black" panose="020B0A04020102020204" pitchFamily="34" charset="0"/>
                </a:rPr>
                <a:t>Affordance</a:t>
              </a:r>
            </a:p>
            <a:p>
              <a:pPr algn="ctr"/>
              <a:r>
                <a:rPr lang="en-US" sz="2400" dirty="0">
                  <a:latin typeface="Arial Black" panose="020B0A04020102020204" pitchFamily="34" charset="0"/>
                </a:rPr>
                <a:t>1st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8D7C49C-BB77-4397-A027-99AB53B6DDB5}"/>
              </a:ext>
            </a:extLst>
          </p:cNvPr>
          <p:cNvGrpSpPr/>
          <p:nvPr/>
        </p:nvGrpSpPr>
        <p:grpSpPr>
          <a:xfrm>
            <a:off x="6096879" y="276681"/>
            <a:ext cx="3384376" cy="2880320"/>
            <a:chOff x="6960096" y="1556792"/>
            <a:chExt cx="3384376" cy="2880320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82DA748A-87FF-4EB8-BE8A-098AD5FAC66F}"/>
                </a:ext>
              </a:extLst>
            </p:cNvPr>
            <p:cNvSpPr/>
            <p:nvPr/>
          </p:nvSpPr>
          <p:spPr>
            <a:xfrm>
              <a:off x="6960096" y="1556792"/>
              <a:ext cx="3384376" cy="2880320"/>
            </a:xfrm>
            <a:prstGeom prst="roundRect">
              <a:avLst/>
            </a:prstGeom>
            <a:solidFill>
              <a:srgbClr val="E462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3" name="Graphic 22" descr="No sign">
              <a:extLst>
                <a:ext uri="{FF2B5EF4-FFF2-40B4-BE49-F238E27FC236}">
                  <a16:creationId xmlns:a16="http://schemas.microsoft.com/office/drawing/2014/main" id="{46959EEB-B8BA-4873-B1E8-84895226A4B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8182193" y="1646775"/>
              <a:ext cx="914400" cy="91440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155CFC7-5A32-4E07-8716-E861499D5824}"/>
                </a:ext>
              </a:extLst>
            </p:cNvPr>
            <p:cNvSpPr txBox="1"/>
            <p:nvPr/>
          </p:nvSpPr>
          <p:spPr>
            <a:xfrm>
              <a:off x="7186531" y="3122286"/>
              <a:ext cx="290572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Arial Black" panose="020B0A04020102020204" pitchFamily="34" charset="0"/>
                </a:rPr>
                <a:t>Constraints</a:t>
              </a:r>
            </a:p>
            <a:p>
              <a:pPr algn="ctr"/>
              <a:r>
                <a:rPr lang="en-US" sz="2400" dirty="0">
                  <a:latin typeface="Arial Black" panose="020B0A04020102020204" pitchFamily="34" charset="0"/>
                </a:rPr>
                <a:t>2nd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19304FA-4671-4034-92B8-A39555D7C341}"/>
              </a:ext>
            </a:extLst>
          </p:cNvPr>
          <p:cNvGrpSpPr/>
          <p:nvPr/>
        </p:nvGrpSpPr>
        <p:grpSpPr>
          <a:xfrm>
            <a:off x="6096879" y="3524073"/>
            <a:ext cx="3384376" cy="2880320"/>
            <a:chOff x="6960096" y="1556792"/>
            <a:chExt cx="3384376" cy="2880320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741A1394-C321-4520-BD00-75C8DE3FCCCD}"/>
                </a:ext>
              </a:extLst>
            </p:cNvPr>
            <p:cNvSpPr/>
            <p:nvPr/>
          </p:nvSpPr>
          <p:spPr>
            <a:xfrm>
              <a:off x="6960096" y="1556792"/>
              <a:ext cx="3384376" cy="2880320"/>
            </a:xfrm>
            <a:prstGeom prst="roundRect">
              <a:avLst/>
            </a:prstGeom>
            <a:solidFill>
              <a:srgbClr val="4035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2" name="Graphic 31" descr="Chevron arrows">
              <a:extLst>
                <a:ext uri="{FF2B5EF4-FFF2-40B4-BE49-F238E27FC236}">
                  <a16:creationId xmlns:a16="http://schemas.microsoft.com/office/drawing/2014/main" id="{64261A24-E072-444F-AA42-A10F94C9E74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>
              <a:off x="8182193" y="1646775"/>
              <a:ext cx="914400" cy="914400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6D512C8-E0AE-4570-B02E-FC54B4BE3F50}"/>
                </a:ext>
              </a:extLst>
            </p:cNvPr>
            <p:cNvSpPr txBox="1"/>
            <p:nvPr/>
          </p:nvSpPr>
          <p:spPr>
            <a:xfrm>
              <a:off x="7186531" y="3122286"/>
              <a:ext cx="290572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Arial Black" panose="020B0A04020102020204" pitchFamily="34" charset="0"/>
                </a:rPr>
                <a:t>Causality</a:t>
              </a:r>
            </a:p>
            <a:p>
              <a:pPr algn="ctr"/>
              <a:r>
                <a:rPr lang="en-US" sz="2400" dirty="0">
                  <a:latin typeface="Arial Black" panose="020B0A04020102020204" pitchFamily="34" charset="0"/>
                </a:rPr>
                <a:t>4th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6028560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4759F0B-9EB3-4FF3-A280-BE6530275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599" cy="1132235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Assignment</a:t>
            </a:r>
            <a:r>
              <a:rPr lang="en-US" dirty="0"/>
              <a:t> Questions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A3BDA9A-FD28-48C9-BB14-52AFDB86F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834" y="1628800"/>
            <a:ext cx="10515600" cy="4536504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1800" dirty="0"/>
              <a:t>Reading : pg. 10-35 from Design of Everything by Dan Norman</a:t>
            </a:r>
          </a:p>
          <a:p>
            <a:pPr>
              <a:lnSpc>
                <a:spcPct val="200000"/>
              </a:lnSpc>
            </a:pPr>
            <a:r>
              <a:rPr lang="en-US" sz="1800" dirty="0"/>
              <a:t>The text above mentions 2 other components of mental model , signifiers and feedback . Explain them in your own words?</a:t>
            </a:r>
          </a:p>
          <a:p>
            <a:pPr>
              <a:lnSpc>
                <a:spcPct val="200000"/>
              </a:lnSpc>
            </a:pPr>
            <a:r>
              <a:rPr lang="en-US" sz="1800" dirty="0"/>
              <a:t>The text above , in one of the examples ,mentions a confusion the author faced while dealing with his refrigerator. Where do you think the designer of that product failed ?</a:t>
            </a:r>
          </a:p>
          <a:p>
            <a:pPr>
              <a:lnSpc>
                <a:spcPct val="200000"/>
              </a:lnSpc>
            </a:pPr>
            <a:r>
              <a:rPr lang="en-US" sz="1800" dirty="0"/>
              <a:t>Pick a product of your daily use, and note down its affordances , constraints , mapping and causality.</a:t>
            </a:r>
          </a:p>
          <a:p>
            <a:pPr>
              <a:lnSpc>
                <a:spcPct val="200000"/>
              </a:lnSpc>
            </a:pPr>
            <a:endParaRPr lang="en-US" sz="1800" dirty="0"/>
          </a:p>
          <a:p>
            <a:pPr>
              <a:lnSpc>
                <a:spcPct val="200000"/>
              </a:lnSpc>
            </a:pPr>
            <a:endParaRPr lang="en-US" sz="1800" dirty="0"/>
          </a:p>
          <a:p>
            <a:pPr>
              <a:lnSpc>
                <a:spcPct val="200000"/>
              </a:lnSpc>
            </a:pPr>
            <a:endParaRPr lang="en-US" sz="1800" dirty="0"/>
          </a:p>
          <a:p>
            <a:pPr>
              <a:lnSpc>
                <a:spcPct val="200000"/>
              </a:lnSpc>
            </a:pPr>
            <a:endParaRPr lang="en-US" sz="18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0FF36-A7AA-4752-AA0D-6BE0987CC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Lecture by Amaid Zia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FB4A3-AE17-459A-8F1F-EBDBAA06F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325CB3F-26C9-44D7-A7CB-40F86C5CE4B1}" type="slidenum">
              <a:rPr lang="en-US" smtClean="0"/>
              <a:t>41</a:t>
            </a:fld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DFBE0C7-292F-4507-8D48-90B6DE7A51A6}"/>
              </a:ext>
            </a:extLst>
          </p:cNvPr>
          <p:cNvSpPr/>
          <p:nvPr/>
        </p:nvSpPr>
        <p:spPr>
          <a:xfrm rot="4994718">
            <a:off x="11040355" y="4227701"/>
            <a:ext cx="1197858" cy="1389174"/>
          </a:xfrm>
          <a:custGeom>
            <a:avLst/>
            <a:gdLst>
              <a:gd name="connsiteX0" fmla="*/ 272811 w 1197858"/>
              <a:gd name="connsiteY0" fmla="*/ 0 h 1389174"/>
              <a:gd name="connsiteX1" fmla="*/ 924678 w 1197858"/>
              <a:gd name="connsiteY1" fmla="*/ 0 h 1389174"/>
              <a:gd name="connsiteX2" fmla="*/ 974454 w 1197858"/>
              <a:gd name="connsiteY2" fmla="*/ 32247 h 1389174"/>
              <a:gd name="connsiteX3" fmla="*/ 1189160 w 1197858"/>
              <a:gd name="connsiteY3" fmla="*/ 421913 h 1389174"/>
              <a:gd name="connsiteX4" fmla="*/ 850459 w 1197858"/>
              <a:gd name="connsiteY4" fmla="*/ 1387791 h 1389174"/>
              <a:gd name="connsiteX5" fmla="*/ 2923 w 1197858"/>
              <a:gd name="connsiteY5" fmla="*/ 541295 h 1389174"/>
              <a:gd name="connsiteX6" fmla="*/ 216245 w 1197858"/>
              <a:gd name="connsiteY6" fmla="*/ 37481 h 1389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97858" h="1389174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wrap="square" lIns="38100" tIns="38100" rIns="38100" bIns="38100" anchor="ctr">
            <a:noAutofit/>
          </a:bodyPr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0" name="Figure">
            <a:extLst>
              <a:ext uri="{FF2B5EF4-FFF2-40B4-BE49-F238E27FC236}">
                <a16:creationId xmlns:a16="http://schemas.microsoft.com/office/drawing/2014/main" id="{306253CE-4DC6-4C75-BC04-F7E3206AD947}"/>
              </a:ext>
            </a:extLst>
          </p:cNvPr>
          <p:cNvSpPr/>
          <p:nvPr/>
        </p:nvSpPr>
        <p:spPr>
          <a:xfrm>
            <a:off x="10194877" y="5601296"/>
            <a:ext cx="1772074" cy="1204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589" h="18693" extrusionOk="0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4" name="Figure">
            <a:extLst>
              <a:ext uri="{FF2B5EF4-FFF2-40B4-BE49-F238E27FC236}">
                <a16:creationId xmlns:a16="http://schemas.microsoft.com/office/drawing/2014/main" id="{961BEF1E-61D5-4D2C-887F-151EC6FDB1CD}"/>
              </a:ext>
            </a:extLst>
          </p:cNvPr>
          <p:cNvSpPr/>
          <p:nvPr/>
        </p:nvSpPr>
        <p:spPr>
          <a:xfrm>
            <a:off x="9832282" y="6504043"/>
            <a:ext cx="218435" cy="2225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088" h="18770" extrusionOk="0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6" name="Figure">
            <a:extLst>
              <a:ext uri="{FF2B5EF4-FFF2-40B4-BE49-F238E27FC236}">
                <a16:creationId xmlns:a16="http://schemas.microsoft.com/office/drawing/2014/main" id="{3173FDAC-7116-42B7-A7F2-6B824C518313}"/>
              </a:ext>
            </a:extLst>
          </p:cNvPr>
          <p:cNvSpPr/>
          <p:nvPr/>
        </p:nvSpPr>
        <p:spPr>
          <a:xfrm>
            <a:off x="11957032" y="6471699"/>
            <a:ext cx="150794" cy="1436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202" h="18783" extrusionOk="0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8" name="Figure">
            <a:extLst>
              <a:ext uri="{FF2B5EF4-FFF2-40B4-BE49-F238E27FC236}">
                <a16:creationId xmlns:a16="http://schemas.microsoft.com/office/drawing/2014/main" id="{328A2726-897B-4555-A63F-973F78185B3C}"/>
              </a:ext>
            </a:extLst>
          </p:cNvPr>
          <p:cNvSpPr/>
          <p:nvPr/>
        </p:nvSpPr>
        <p:spPr>
          <a:xfrm>
            <a:off x="11738597" y="3503772"/>
            <a:ext cx="218435" cy="2225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088" h="18770" extrusionOk="0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ctr" defTabSz="457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29" name="Slide Number Placeholder 1">
            <a:extLst>
              <a:ext uri="{FF2B5EF4-FFF2-40B4-BE49-F238E27FC236}">
                <a16:creationId xmlns:a16="http://schemas.microsoft.com/office/drawing/2014/main" id="{3268407E-6712-4C42-A6B3-01FFBB6F8493}"/>
              </a:ext>
            </a:extLst>
          </p:cNvPr>
          <p:cNvSpPr txBox="1">
            <a:spLocks/>
          </p:cNvSpPr>
          <p:nvPr/>
        </p:nvSpPr>
        <p:spPr>
          <a:xfrm>
            <a:off x="8641144" y="63360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354" rtl="0" eaLnBrk="1" latinLnBrk="0" hangingPunct="1">
              <a:defRPr sz="12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67985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6CFA9-7B8F-4E9B-897A-16ACA1BB5F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100B63-8154-43F0-A141-A1736E296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by Amaid Zia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B49D62-2ED0-4F88-97C1-905E1DC49BC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D325CB3F-26C9-44D7-A7CB-40F86C5CE4B1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72367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Custom Design">
  <a:themeElements>
    <a:clrScheme name="Sho-Template06">
      <a:dk1>
        <a:sysClr val="windowText" lastClr="000000"/>
      </a:dk1>
      <a:lt1>
        <a:sysClr val="window" lastClr="FFFFFF"/>
      </a:lt1>
      <a:dk2>
        <a:srgbClr val="3D4149"/>
      </a:dk2>
      <a:lt2>
        <a:srgbClr val="E7E6E6"/>
      </a:lt2>
      <a:accent1>
        <a:srgbClr val="403551"/>
      </a:accent1>
      <a:accent2>
        <a:srgbClr val="D0343C"/>
      </a:accent2>
      <a:accent3>
        <a:srgbClr val="F9BE75"/>
      </a:accent3>
      <a:accent4>
        <a:srgbClr val="8DB1C4"/>
      </a:accent4>
      <a:accent5>
        <a:srgbClr val="615474"/>
      </a:accent5>
      <a:accent6>
        <a:srgbClr val="E4625C"/>
      </a:accent6>
      <a:hlink>
        <a:srgbClr val="E4625C"/>
      </a:hlink>
      <a:folHlink>
        <a:srgbClr val="D0343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howeet theme">
  <a:themeElements>
    <a:clrScheme name="Sho-Template06">
      <a:dk1>
        <a:sysClr val="windowText" lastClr="000000"/>
      </a:dk1>
      <a:lt1>
        <a:sysClr val="window" lastClr="FFFFFF"/>
      </a:lt1>
      <a:dk2>
        <a:srgbClr val="3D4149"/>
      </a:dk2>
      <a:lt2>
        <a:srgbClr val="E7E6E6"/>
      </a:lt2>
      <a:accent1>
        <a:srgbClr val="403551"/>
      </a:accent1>
      <a:accent2>
        <a:srgbClr val="D0343C"/>
      </a:accent2>
      <a:accent3>
        <a:srgbClr val="F9BE75"/>
      </a:accent3>
      <a:accent4>
        <a:srgbClr val="8DB1C4"/>
      </a:accent4>
      <a:accent5>
        <a:srgbClr val="615474"/>
      </a:accent5>
      <a:accent6>
        <a:srgbClr val="E4625C"/>
      </a:accent6>
      <a:hlink>
        <a:srgbClr val="E4625C"/>
      </a:hlink>
      <a:folHlink>
        <a:srgbClr val="D0343C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howeet">
  <a:themeElements>
    <a:clrScheme name="Sho-RETRO">
      <a:dk1>
        <a:srgbClr val="231F20"/>
      </a:dk1>
      <a:lt1>
        <a:sysClr val="window" lastClr="FFFFFF"/>
      </a:lt1>
      <a:dk2>
        <a:srgbClr val="1E2631"/>
      </a:dk2>
      <a:lt2>
        <a:srgbClr val="E9DEDB"/>
      </a:lt2>
      <a:accent1>
        <a:srgbClr val="CD5727"/>
      </a:accent1>
      <a:accent2>
        <a:srgbClr val="B54923"/>
      </a:accent2>
      <a:accent3>
        <a:srgbClr val="933416"/>
      </a:accent3>
      <a:accent4>
        <a:srgbClr val="231F20"/>
      </a:accent4>
      <a:accent5>
        <a:srgbClr val="E9DEDB"/>
      </a:accent5>
      <a:accent6>
        <a:srgbClr val="1E2631"/>
      </a:accent6>
      <a:hlink>
        <a:srgbClr val="7F7F7F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A12D1741FF6D34AB29AF17035C3F170" ma:contentTypeVersion="5" ma:contentTypeDescription="Create a new document." ma:contentTypeScope="" ma:versionID="b5d3f6c30cdc896ef5b31526cc4d8be6">
  <xsd:schema xmlns:xsd="http://www.w3.org/2001/XMLSchema" xmlns:xs="http://www.w3.org/2001/XMLSchema" xmlns:p="http://schemas.microsoft.com/office/2006/metadata/properties" xmlns:ns3="fe9d4453-e6bf-451f-8b55-c7082437df14" targetNamespace="http://schemas.microsoft.com/office/2006/metadata/properties" ma:root="true" ma:fieldsID="52af716fa9e556b0662dd3a4c0a340c6" ns3:_="">
    <xsd:import namespace="fe9d4453-e6bf-451f-8b55-c7082437df1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9d4453-e6bf-451f-8b55-c7082437df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67B0A0C-0FE6-4068-A50A-BE21DD7C89CA}">
  <ds:schemaRefs>
    <ds:schemaRef ds:uri="http://schemas.microsoft.com/office/2006/metadata/properties"/>
    <ds:schemaRef ds:uri="http://www.w3.org/2000/xmlns/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820B8CFA-4D49-4FC9-9A5D-2A01D23C781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720FA2F-DDE5-47E5-89DF-39F8C26C2177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fe9d4453-e6bf-451f-8b55-c7082437df14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886</TotalTime>
  <Words>872</Words>
  <Application>Microsoft Office PowerPoint</Application>
  <PresentationFormat>Widescreen</PresentationFormat>
  <Paragraphs>285</Paragraphs>
  <Slides>42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42</vt:i4>
      </vt:variant>
    </vt:vector>
  </HeadingPairs>
  <TitlesOfParts>
    <vt:vector size="52" baseType="lpstr">
      <vt:lpstr>Arial</vt:lpstr>
      <vt:lpstr>Arial Black</vt:lpstr>
      <vt:lpstr>Calibri</vt:lpstr>
      <vt:lpstr>Calibri Light</vt:lpstr>
      <vt:lpstr>Gill Sans</vt:lpstr>
      <vt:lpstr>Open Sans</vt:lpstr>
      <vt:lpstr>Wingdings</vt:lpstr>
      <vt:lpstr>Custom Design</vt:lpstr>
      <vt:lpstr>Showeet theme</vt:lpstr>
      <vt:lpstr>showeet</vt:lpstr>
      <vt:lpstr>Mental Model-II</vt:lpstr>
      <vt:lpstr>Outline for Lecture</vt:lpstr>
      <vt:lpstr>MENTAL MODEL</vt:lpstr>
      <vt:lpstr>MENTAL MODEL</vt:lpstr>
      <vt:lpstr>Revision</vt:lpstr>
      <vt:lpstr>PowerPoint Presentation</vt:lpstr>
      <vt:lpstr>PowerPoint Presentation</vt:lpstr>
      <vt:lpstr>PowerPoint Presentation</vt:lpstr>
      <vt:lpstr>PowerPoint Presentation</vt:lpstr>
      <vt:lpstr>Affordance</vt:lpstr>
      <vt:lpstr>AFFORDANCE</vt:lpstr>
      <vt:lpstr>PowerPoint Presentation</vt:lpstr>
      <vt:lpstr>PowerPoint Presentation</vt:lpstr>
      <vt:lpstr>Examples</vt:lpstr>
      <vt:lpstr>Contd…</vt:lpstr>
      <vt:lpstr>Issue ?</vt:lpstr>
      <vt:lpstr>Issue ?</vt:lpstr>
      <vt:lpstr>Constraints</vt:lpstr>
      <vt:lpstr>Constraints</vt:lpstr>
      <vt:lpstr>Simple Examples</vt:lpstr>
      <vt:lpstr>Discussion</vt:lpstr>
      <vt:lpstr>Constraints</vt:lpstr>
      <vt:lpstr>PowerPoint Presentation</vt:lpstr>
      <vt:lpstr>Example</vt:lpstr>
      <vt:lpstr>Example</vt:lpstr>
      <vt:lpstr>Mapping</vt:lpstr>
      <vt:lpstr>Mapping</vt:lpstr>
      <vt:lpstr>Good Mapping</vt:lpstr>
      <vt:lpstr>PowerPoint Presentation</vt:lpstr>
      <vt:lpstr>PowerPoint Presentation</vt:lpstr>
      <vt:lpstr>PowerPoint Presentation</vt:lpstr>
      <vt:lpstr>Contd…</vt:lpstr>
      <vt:lpstr>Causality</vt:lpstr>
      <vt:lpstr>Causality</vt:lpstr>
      <vt:lpstr>Causality</vt:lpstr>
      <vt:lpstr>Causality</vt:lpstr>
      <vt:lpstr>Conclusion</vt:lpstr>
      <vt:lpstr>PowerPoint Presentation</vt:lpstr>
      <vt:lpstr>PowerPoint Presentation</vt:lpstr>
      <vt:lpstr>PowerPoint Presentation</vt:lpstr>
      <vt:lpstr>Assignment Questions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Illumination Models</dc:title>
  <dc:creator>Amaid Zia</dc:creator>
  <cp:lastModifiedBy>SP24-BSE-125(ZAIN YAQOOB )</cp:lastModifiedBy>
  <cp:revision>34</cp:revision>
  <dcterms:created xsi:type="dcterms:W3CDTF">2020-05-30T10:58:28Z</dcterms:created>
  <dcterms:modified xsi:type="dcterms:W3CDTF">2026-03-04T03:39:37Z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0x0101007A12D1741FF6D34AB29AF17035C3F170</vt:lpwstr>
  </property>
</Properties>
</file>