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media/image2.jp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3" r:id="rId13"/>
    <p:sldId id="282" r:id="rId14"/>
    <p:sldId id="284" r:id="rId15"/>
    <p:sldId id="285" r:id="rId16"/>
    <p:sldId id="286" r:id="rId17"/>
    <p:sldId id="287" r:id="rId18"/>
    <p:sldId id="289" r:id="rId19"/>
    <p:sldId id="290" r:id="rId20"/>
    <p:sldId id="291" r:id="rId21"/>
    <p:sldId id="292" r:id="rId22"/>
    <p:sldId id="288" r:id="rId23"/>
    <p:sldId id="293" r:id="rId24"/>
    <p:sldId id="29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FC37CFA-A7FD-43EF-B469-453A02FA995C}">
          <p14:sldIdLst>
            <p14:sldId id="256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Overview of HCI" id="{16EAAF21-8058-4C98-BDE7-61CBFB7B19D4}">
          <p14:sldIdLst>
            <p14:sldId id="283"/>
            <p14:sldId id="282"/>
            <p14:sldId id="284"/>
            <p14:sldId id="285"/>
            <p14:sldId id="286"/>
            <p14:sldId id="287"/>
            <p14:sldId id="289"/>
            <p14:sldId id="290"/>
            <p14:sldId id="291"/>
            <p14:sldId id="292"/>
            <p14:sldId id="288"/>
            <p14:sldId id="293"/>
            <p14:sldId id="294"/>
          </p14:sldIdLst>
        </p14:section>
        <p14:section name="Temp" id="{5A8EA16E-8CA8-4EBB-8C13-31FCC63CE530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5B"/>
    <a:srgbClr val="236DBB"/>
    <a:srgbClr val="00C5D6"/>
    <a:srgbClr val="BFF0F4"/>
    <a:srgbClr val="00EEB3"/>
    <a:srgbClr val="FFD0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8"/>
    <p:restoredTop sz="91801"/>
  </p:normalViewPr>
  <p:slideViewPr>
    <p:cSldViewPr snapToGrid="0" snapToObjects="1">
      <p:cViewPr varScale="1">
        <p:scale>
          <a:sx n="102" d="100"/>
          <a:sy n="102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5621B-D168-6543-8665-3597DD04D02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EA021-A136-7342-9764-5428CFE3B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06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EA021-A136-7342-9764-5428CFE3BE7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269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EA021-A136-7342-9764-5428CFE3BE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719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C8259-A34A-9148-9684-A141BC029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47CED-439C-2A45-9B92-7CD8AA68F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01C3B-BCC9-9248-8C8A-FA16913FD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B1902A-3F81-3A4E-8971-76C48C1624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80BA7-B4E7-664A-8258-24136E987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2C13A-B12D-664B-8E93-B0D39957F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5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9E9E8-0A71-7C47-ABF1-80E49AFCF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C1C3C-2007-8840-8090-4D8AF9A5F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B1078-2C8A-EF4A-9DD4-65016F8D45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B1902A-3F81-3A4E-8971-76C48C1624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01037-45D3-E740-9B5F-3E0455551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BEF74-831F-D049-BD0D-0A3F1D39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78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33B0-3B7F-5A4C-87B6-23F820409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0B393-58DC-4A49-B329-7B9F168C5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8ECF9-6187-894F-A355-1D876CDD2F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B1902A-3F81-3A4E-8971-76C48C1624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C379A-51D8-6C4A-95F0-D103C880F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B2B8A-B5C9-824D-92E3-A4E89B81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9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DDD6E-4BF1-3448-99E2-9ACBFF201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1D883-6D84-9E4A-890E-C8BBBED74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8A4DB-5F0E-6842-888A-4AC3E1419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2AC2C-C2C6-A649-B389-F39F96B899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B1902A-3F81-3A4E-8971-76C48C1624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A84B2-FC30-8A41-8C6E-B30F0784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7F0B6-8AF3-2B49-9AD4-F8A4B2F7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74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B0F86-85E8-BD41-B1D1-7333676D2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8F0CB-64FD-8C44-8E69-7DD106C82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F67A6-2F1A-6948-B79A-72DEDA634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0611EB-8F31-FD48-8159-9B4D721FF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0E954A-7514-3440-A717-87BFD6042E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1CBA8D-3147-4E42-BE30-A437612C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B1902A-3F81-3A4E-8971-76C48C1624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E05715-9952-074A-AFEB-6EC812BCE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F75F54-FB81-4C4B-952A-9E193526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44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A8749F9-A5B8-4649-9597-B7E8BCEFD7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1390650"/>
            <a:ext cx="5153025" cy="4525963"/>
          </a:xfrm>
          <a:prstGeom prst="snip2DiagRect">
            <a:avLst>
              <a:gd name="adj1" fmla="val 0"/>
              <a:gd name="adj2" fmla="val 38653"/>
            </a:avLst>
          </a:prstGeom>
        </p:spPr>
        <p:txBody>
          <a:bodyPr>
            <a:normAutofit/>
          </a:bodyPr>
          <a:lstStyle>
            <a:lvl1pPr>
              <a:defRPr sz="12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7D6921-A0EA-DE4A-B600-466AEC0D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4" y="242167"/>
            <a:ext cx="11264152" cy="547274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6630E-5BAF-C640-88CA-CB0D3FC7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71" y="6316007"/>
            <a:ext cx="562535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7042EF7-66E3-A44D-BBB4-14CCC0F4221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A8B011-0779-5C4C-9999-1756A863A773}"/>
              </a:ext>
            </a:extLst>
          </p:cNvPr>
          <p:cNvCxnSpPr>
            <a:cxnSpLocks/>
          </p:cNvCxnSpPr>
          <p:nvPr userDrawn="1"/>
        </p:nvCxnSpPr>
        <p:spPr>
          <a:xfrm>
            <a:off x="863804" y="6300509"/>
            <a:ext cx="102211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551BFD-F06C-7F4F-ADBD-CC8078E94F24}"/>
              </a:ext>
            </a:extLst>
          </p:cNvPr>
          <p:cNvGrpSpPr/>
          <p:nvPr userDrawn="1"/>
        </p:nvGrpSpPr>
        <p:grpSpPr>
          <a:xfrm>
            <a:off x="575322" y="967096"/>
            <a:ext cx="813802" cy="100882"/>
            <a:chOff x="609005" y="1151919"/>
            <a:chExt cx="813802" cy="10088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23DB7C3-F18E-ED4F-A534-31635E3562FF}"/>
                </a:ext>
              </a:extLst>
            </p:cNvPr>
            <p:cNvSpPr/>
            <p:nvPr userDrawn="1"/>
          </p:nvSpPr>
          <p:spPr>
            <a:xfrm>
              <a:off x="609005" y="1151919"/>
              <a:ext cx="100882" cy="1008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49EBA86-267D-1946-BE62-E8BD7FC38750}"/>
                </a:ext>
              </a:extLst>
            </p:cNvPr>
            <p:cNvSpPr/>
            <p:nvPr userDrawn="1"/>
          </p:nvSpPr>
          <p:spPr>
            <a:xfrm>
              <a:off x="787235" y="1151919"/>
              <a:ext cx="100882" cy="1008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0C63FCB-7C4F-6542-AD5C-6CDFA991FBE7}"/>
                </a:ext>
              </a:extLst>
            </p:cNvPr>
            <p:cNvSpPr/>
            <p:nvPr userDrawn="1"/>
          </p:nvSpPr>
          <p:spPr>
            <a:xfrm>
              <a:off x="965465" y="1151919"/>
              <a:ext cx="100882" cy="10088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5DE9D6C-6485-2F45-B2D7-2FF701C1D487}"/>
                </a:ext>
              </a:extLst>
            </p:cNvPr>
            <p:cNvSpPr/>
            <p:nvPr userDrawn="1"/>
          </p:nvSpPr>
          <p:spPr>
            <a:xfrm>
              <a:off x="1143695" y="1151919"/>
              <a:ext cx="100882" cy="10088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5FCE96E-0575-9E4F-927C-DA62B7AA5CD3}"/>
                </a:ext>
              </a:extLst>
            </p:cNvPr>
            <p:cNvSpPr/>
            <p:nvPr userDrawn="1"/>
          </p:nvSpPr>
          <p:spPr>
            <a:xfrm>
              <a:off x="1321925" y="1151919"/>
              <a:ext cx="100882" cy="10088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733439B-C3BB-D146-8F1C-14DDF9A33AD5}"/>
              </a:ext>
            </a:extLst>
          </p:cNvPr>
          <p:cNvSpPr txBox="1">
            <a:spLocks/>
          </p:cNvSpPr>
          <p:nvPr userDrawn="1"/>
        </p:nvSpPr>
        <p:spPr>
          <a:xfrm>
            <a:off x="463924" y="683869"/>
            <a:ext cx="11264152" cy="3418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25000"/>
              </a:lnSpc>
            </a:pPr>
            <a:r>
              <a:rPr lang="en-US" sz="1200" b="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text, Insert your desired text here this is a sample text.</a:t>
            </a:r>
          </a:p>
        </p:txBody>
      </p:sp>
    </p:spTree>
    <p:extLst>
      <p:ext uri="{BB962C8B-B14F-4D97-AF65-F5344CB8AC3E}">
        <p14:creationId xmlns:p14="http://schemas.microsoft.com/office/powerpoint/2010/main" val="198721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6921-A0EA-DE4A-B600-466AEC0D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4" y="242167"/>
            <a:ext cx="11264152" cy="547274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A8B011-0779-5C4C-9999-1756A863A773}"/>
              </a:ext>
            </a:extLst>
          </p:cNvPr>
          <p:cNvCxnSpPr>
            <a:cxnSpLocks/>
          </p:cNvCxnSpPr>
          <p:nvPr userDrawn="1"/>
        </p:nvCxnSpPr>
        <p:spPr>
          <a:xfrm>
            <a:off x="863804" y="6300509"/>
            <a:ext cx="102211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551BFD-F06C-7F4F-ADBD-CC8078E94F24}"/>
              </a:ext>
            </a:extLst>
          </p:cNvPr>
          <p:cNvGrpSpPr/>
          <p:nvPr userDrawn="1"/>
        </p:nvGrpSpPr>
        <p:grpSpPr>
          <a:xfrm>
            <a:off x="575322" y="967096"/>
            <a:ext cx="813802" cy="100882"/>
            <a:chOff x="609005" y="1151919"/>
            <a:chExt cx="813802" cy="10088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23DB7C3-F18E-ED4F-A534-31635E3562FF}"/>
                </a:ext>
              </a:extLst>
            </p:cNvPr>
            <p:cNvSpPr/>
            <p:nvPr userDrawn="1"/>
          </p:nvSpPr>
          <p:spPr>
            <a:xfrm>
              <a:off x="609005" y="1151919"/>
              <a:ext cx="100882" cy="1008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49EBA86-267D-1946-BE62-E8BD7FC38750}"/>
                </a:ext>
              </a:extLst>
            </p:cNvPr>
            <p:cNvSpPr/>
            <p:nvPr userDrawn="1"/>
          </p:nvSpPr>
          <p:spPr>
            <a:xfrm>
              <a:off x="787235" y="1151919"/>
              <a:ext cx="100882" cy="1008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0C63FCB-7C4F-6542-AD5C-6CDFA991FBE7}"/>
                </a:ext>
              </a:extLst>
            </p:cNvPr>
            <p:cNvSpPr/>
            <p:nvPr userDrawn="1"/>
          </p:nvSpPr>
          <p:spPr>
            <a:xfrm>
              <a:off x="965465" y="1151919"/>
              <a:ext cx="100882" cy="10088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5DE9D6C-6485-2F45-B2D7-2FF701C1D487}"/>
                </a:ext>
              </a:extLst>
            </p:cNvPr>
            <p:cNvSpPr/>
            <p:nvPr userDrawn="1"/>
          </p:nvSpPr>
          <p:spPr>
            <a:xfrm>
              <a:off x="1143695" y="1151919"/>
              <a:ext cx="100882" cy="10088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5FCE96E-0575-9E4F-927C-DA62B7AA5CD3}"/>
                </a:ext>
              </a:extLst>
            </p:cNvPr>
            <p:cNvSpPr/>
            <p:nvPr userDrawn="1"/>
          </p:nvSpPr>
          <p:spPr>
            <a:xfrm>
              <a:off x="1321925" y="1151919"/>
              <a:ext cx="100882" cy="10088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733439B-C3BB-D146-8F1C-14DDF9A33AD5}"/>
              </a:ext>
            </a:extLst>
          </p:cNvPr>
          <p:cNvSpPr txBox="1">
            <a:spLocks/>
          </p:cNvSpPr>
          <p:nvPr userDrawn="1"/>
        </p:nvSpPr>
        <p:spPr>
          <a:xfrm>
            <a:off x="463924" y="683869"/>
            <a:ext cx="11264152" cy="3418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25000"/>
              </a:lnSpc>
            </a:pPr>
            <a:r>
              <a:rPr lang="en-US" sz="1200" b="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text, Insert your desired text here this is a sample text.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6630E-5BAF-C640-88CA-CB0D3FC7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0235" y="6316007"/>
            <a:ext cx="562535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7042EF7-66E3-A44D-BBB4-14CCC0F422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952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6921-A0EA-DE4A-B600-466AEC0D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4" y="242167"/>
            <a:ext cx="11264152" cy="547274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A8B011-0779-5C4C-9999-1756A863A773}"/>
              </a:ext>
            </a:extLst>
          </p:cNvPr>
          <p:cNvCxnSpPr>
            <a:cxnSpLocks/>
          </p:cNvCxnSpPr>
          <p:nvPr userDrawn="1"/>
        </p:nvCxnSpPr>
        <p:spPr>
          <a:xfrm>
            <a:off x="863804" y="6300509"/>
            <a:ext cx="102211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551BFD-F06C-7F4F-ADBD-CC8078E94F24}"/>
              </a:ext>
            </a:extLst>
          </p:cNvPr>
          <p:cNvGrpSpPr/>
          <p:nvPr userDrawn="1"/>
        </p:nvGrpSpPr>
        <p:grpSpPr>
          <a:xfrm>
            <a:off x="575322" y="967096"/>
            <a:ext cx="813802" cy="100882"/>
            <a:chOff x="609005" y="1151919"/>
            <a:chExt cx="813802" cy="10088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23DB7C3-F18E-ED4F-A534-31635E3562FF}"/>
                </a:ext>
              </a:extLst>
            </p:cNvPr>
            <p:cNvSpPr/>
            <p:nvPr userDrawn="1"/>
          </p:nvSpPr>
          <p:spPr>
            <a:xfrm>
              <a:off x="609005" y="1151919"/>
              <a:ext cx="100882" cy="1008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49EBA86-267D-1946-BE62-E8BD7FC38750}"/>
                </a:ext>
              </a:extLst>
            </p:cNvPr>
            <p:cNvSpPr/>
            <p:nvPr userDrawn="1"/>
          </p:nvSpPr>
          <p:spPr>
            <a:xfrm>
              <a:off x="787235" y="1151919"/>
              <a:ext cx="100882" cy="1008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0C63FCB-7C4F-6542-AD5C-6CDFA991FBE7}"/>
                </a:ext>
              </a:extLst>
            </p:cNvPr>
            <p:cNvSpPr/>
            <p:nvPr userDrawn="1"/>
          </p:nvSpPr>
          <p:spPr>
            <a:xfrm>
              <a:off x="965465" y="1151919"/>
              <a:ext cx="100882" cy="10088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5DE9D6C-6485-2F45-B2D7-2FF701C1D487}"/>
                </a:ext>
              </a:extLst>
            </p:cNvPr>
            <p:cNvSpPr/>
            <p:nvPr userDrawn="1"/>
          </p:nvSpPr>
          <p:spPr>
            <a:xfrm>
              <a:off x="1143695" y="1151919"/>
              <a:ext cx="100882" cy="10088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5FCE96E-0575-9E4F-927C-DA62B7AA5CD3}"/>
                </a:ext>
              </a:extLst>
            </p:cNvPr>
            <p:cNvSpPr/>
            <p:nvPr userDrawn="1"/>
          </p:nvSpPr>
          <p:spPr>
            <a:xfrm>
              <a:off x="1321925" y="1151919"/>
              <a:ext cx="100882" cy="10088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6630E-5BAF-C640-88CA-CB0D3FC7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0235" y="6316007"/>
            <a:ext cx="562535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7042EF7-66E3-A44D-BBB4-14CCC0F422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06529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_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6921-A0EA-DE4A-B600-466AEC0D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4" y="242167"/>
            <a:ext cx="11264152" cy="547274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A8B011-0779-5C4C-9999-1756A863A773}"/>
              </a:ext>
            </a:extLst>
          </p:cNvPr>
          <p:cNvCxnSpPr>
            <a:cxnSpLocks/>
          </p:cNvCxnSpPr>
          <p:nvPr userDrawn="1"/>
        </p:nvCxnSpPr>
        <p:spPr>
          <a:xfrm>
            <a:off x="863804" y="6300509"/>
            <a:ext cx="102211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551BFD-F06C-7F4F-ADBD-CC8078E94F24}"/>
              </a:ext>
            </a:extLst>
          </p:cNvPr>
          <p:cNvGrpSpPr/>
          <p:nvPr userDrawn="1"/>
        </p:nvGrpSpPr>
        <p:grpSpPr>
          <a:xfrm>
            <a:off x="575322" y="967096"/>
            <a:ext cx="813802" cy="100882"/>
            <a:chOff x="609005" y="1151919"/>
            <a:chExt cx="813802" cy="10088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23DB7C3-F18E-ED4F-A534-31635E3562FF}"/>
                </a:ext>
              </a:extLst>
            </p:cNvPr>
            <p:cNvSpPr/>
            <p:nvPr userDrawn="1"/>
          </p:nvSpPr>
          <p:spPr>
            <a:xfrm>
              <a:off x="609005" y="1151919"/>
              <a:ext cx="100882" cy="1008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49EBA86-267D-1946-BE62-E8BD7FC38750}"/>
                </a:ext>
              </a:extLst>
            </p:cNvPr>
            <p:cNvSpPr/>
            <p:nvPr userDrawn="1"/>
          </p:nvSpPr>
          <p:spPr>
            <a:xfrm>
              <a:off x="787235" y="1151919"/>
              <a:ext cx="100882" cy="1008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0C63FCB-7C4F-6542-AD5C-6CDFA991FBE7}"/>
                </a:ext>
              </a:extLst>
            </p:cNvPr>
            <p:cNvSpPr/>
            <p:nvPr userDrawn="1"/>
          </p:nvSpPr>
          <p:spPr>
            <a:xfrm>
              <a:off x="965465" y="1151919"/>
              <a:ext cx="100882" cy="10088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5DE9D6C-6485-2F45-B2D7-2FF701C1D487}"/>
                </a:ext>
              </a:extLst>
            </p:cNvPr>
            <p:cNvSpPr/>
            <p:nvPr userDrawn="1"/>
          </p:nvSpPr>
          <p:spPr>
            <a:xfrm>
              <a:off x="1143695" y="1151919"/>
              <a:ext cx="100882" cy="10088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5FCE96E-0575-9E4F-927C-DA62B7AA5CD3}"/>
                </a:ext>
              </a:extLst>
            </p:cNvPr>
            <p:cNvSpPr/>
            <p:nvPr userDrawn="1"/>
          </p:nvSpPr>
          <p:spPr>
            <a:xfrm>
              <a:off x="1321925" y="1151919"/>
              <a:ext cx="100882" cy="10088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6630E-5BAF-C640-88CA-CB0D3FC7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0235" y="6316007"/>
            <a:ext cx="562535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7042EF7-66E3-A44D-BBB4-14CCC0F422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FAD8532-7075-4D97-9D3B-0FE6EABD6D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31900" y="1678027"/>
            <a:ext cx="2501348" cy="2501348"/>
          </a:xfrm>
          <a:custGeom>
            <a:avLst/>
            <a:gdLst>
              <a:gd name="connsiteX0" fmla="*/ 1250674 w 2501348"/>
              <a:gd name="connsiteY0" fmla="*/ 0 h 2501348"/>
              <a:gd name="connsiteX1" fmla="*/ 2501348 w 2501348"/>
              <a:gd name="connsiteY1" fmla="*/ 1250674 h 2501348"/>
              <a:gd name="connsiteX2" fmla="*/ 1250674 w 2501348"/>
              <a:gd name="connsiteY2" fmla="*/ 2501348 h 2501348"/>
              <a:gd name="connsiteX3" fmla="*/ 0 w 2501348"/>
              <a:gd name="connsiteY3" fmla="*/ 1250674 h 2501348"/>
              <a:gd name="connsiteX4" fmla="*/ 1250674 w 2501348"/>
              <a:gd name="connsiteY4" fmla="*/ 0 h 25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1348" h="2501348">
                <a:moveTo>
                  <a:pt x="1250674" y="0"/>
                </a:moveTo>
                <a:cubicBezTo>
                  <a:pt x="1941402" y="0"/>
                  <a:pt x="2501348" y="559946"/>
                  <a:pt x="2501348" y="1250674"/>
                </a:cubicBezTo>
                <a:cubicBezTo>
                  <a:pt x="2501348" y="1941402"/>
                  <a:pt x="1941402" y="2501348"/>
                  <a:pt x="1250674" y="2501348"/>
                </a:cubicBezTo>
                <a:cubicBezTo>
                  <a:pt x="559946" y="2501348"/>
                  <a:pt x="0" y="1941402"/>
                  <a:pt x="0" y="1250674"/>
                </a:cubicBezTo>
                <a:cubicBezTo>
                  <a:pt x="0" y="559946"/>
                  <a:pt x="559946" y="0"/>
                  <a:pt x="1250674" y="0"/>
                </a:cubicBezTo>
                <a:close/>
              </a:path>
            </a:pathLst>
          </a:custGeom>
          <a:ln w="19050">
            <a:solidFill>
              <a:srgbClr val="FFD048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7ED1E80-BBC9-4452-B1E0-4390C8ACEE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84702" y="1678027"/>
            <a:ext cx="2501348" cy="2501348"/>
          </a:xfrm>
          <a:custGeom>
            <a:avLst/>
            <a:gdLst>
              <a:gd name="connsiteX0" fmla="*/ 1250674 w 2501348"/>
              <a:gd name="connsiteY0" fmla="*/ 0 h 2501348"/>
              <a:gd name="connsiteX1" fmla="*/ 2501348 w 2501348"/>
              <a:gd name="connsiteY1" fmla="*/ 1250674 h 2501348"/>
              <a:gd name="connsiteX2" fmla="*/ 1250674 w 2501348"/>
              <a:gd name="connsiteY2" fmla="*/ 2501348 h 2501348"/>
              <a:gd name="connsiteX3" fmla="*/ 0 w 2501348"/>
              <a:gd name="connsiteY3" fmla="*/ 1250674 h 2501348"/>
              <a:gd name="connsiteX4" fmla="*/ 1250674 w 2501348"/>
              <a:gd name="connsiteY4" fmla="*/ 0 h 25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1348" h="2501348">
                <a:moveTo>
                  <a:pt x="1250674" y="0"/>
                </a:moveTo>
                <a:cubicBezTo>
                  <a:pt x="1941402" y="0"/>
                  <a:pt x="2501348" y="559946"/>
                  <a:pt x="2501348" y="1250674"/>
                </a:cubicBezTo>
                <a:cubicBezTo>
                  <a:pt x="2501348" y="1941402"/>
                  <a:pt x="1941402" y="2501348"/>
                  <a:pt x="1250674" y="2501348"/>
                </a:cubicBezTo>
                <a:cubicBezTo>
                  <a:pt x="559946" y="2501348"/>
                  <a:pt x="0" y="1941402"/>
                  <a:pt x="0" y="1250674"/>
                </a:cubicBezTo>
                <a:cubicBezTo>
                  <a:pt x="0" y="559946"/>
                  <a:pt x="559946" y="0"/>
                  <a:pt x="1250674" y="0"/>
                </a:cubicBezTo>
                <a:close/>
              </a:path>
            </a:pathLst>
          </a:custGeom>
          <a:ln>
            <a:solidFill>
              <a:srgbClr val="FF005B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2830D53-33C6-406C-852B-350F6843686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28944" y="1678027"/>
            <a:ext cx="2501348" cy="2501348"/>
          </a:xfrm>
          <a:custGeom>
            <a:avLst/>
            <a:gdLst>
              <a:gd name="connsiteX0" fmla="*/ 1250674 w 2501348"/>
              <a:gd name="connsiteY0" fmla="*/ 0 h 2501348"/>
              <a:gd name="connsiteX1" fmla="*/ 2501348 w 2501348"/>
              <a:gd name="connsiteY1" fmla="*/ 1250674 h 2501348"/>
              <a:gd name="connsiteX2" fmla="*/ 1250674 w 2501348"/>
              <a:gd name="connsiteY2" fmla="*/ 2501348 h 2501348"/>
              <a:gd name="connsiteX3" fmla="*/ 0 w 2501348"/>
              <a:gd name="connsiteY3" fmla="*/ 1250674 h 2501348"/>
              <a:gd name="connsiteX4" fmla="*/ 1250674 w 2501348"/>
              <a:gd name="connsiteY4" fmla="*/ 0 h 25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1348" h="2501348">
                <a:moveTo>
                  <a:pt x="1250674" y="0"/>
                </a:moveTo>
                <a:cubicBezTo>
                  <a:pt x="1941402" y="0"/>
                  <a:pt x="2501348" y="559946"/>
                  <a:pt x="2501348" y="1250674"/>
                </a:cubicBezTo>
                <a:cubicBezTo>
                  <a:pt x="2501348" y="1941402"/>
                  <a:pt x="1941402" y="2501348"/>
                  <a:pt x="1250674" y="2501348"/>
                </a:cubicBezTo>
                <a:cubicBezTo>
                  <a:pt x="559946" y="2501348"/>
                  <a:pt x="0" y="1941402"/>
                  <a:pt x="0" y="1250674"/>
                </a:cubicBezTo>
                <a:cubicBezTo>
                  <a:pt x="0" y="559946"/>
                  <a:pt x="559946" y="0"/>
                  <a:pt x="1250674" y="0"/>
                </a:cubicBezTo>
                <a:close/>
              </a:path>
            </a:pathLst>
          </a:custGeom>
          <a:ln>
            <a:solidFill>
              <a:srgbClr val="00EEB3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3882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6921-A0EA-DE4A-B600-466AEC0D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4" y="242167"/>
            <a:ext cx="11264152" cy="547274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6630E-5BAF-C640-88CA-CB0D3FC7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4111" y="6316007"/>
            <a:ext cx="562535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7042EF7-66E3-A44D-BBB4-14CCC0F4221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A8B011-0779-5C4C-9999-1756A863A773}"/>
              </a:ext>
            </a:extLst>
          </p:cNvPr>
          <p:cNvCxnSpPr>
            <a:cxnSpLocks/>
          </p:cNvCxnSpPr>
          <p:nvPr userDrawn="1"/>
        </p:nvCxnSpPr>
        <p:spPr>
          <a:xfrm>
            <a:off x="863804" y="6300509"/>
            <a:ext cx="102211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551BFD-F06C-7F4F-ADBD-CC8078E94F24}"/>
              </a:ext>
            </a:extLst>
          </p:cNvPr>
          <p:cNvGrpSpPr/>
          <p:nvPr userDrawn="1"/>
        </p:nvGrpSpPr>
        <p:grpSpPr>
          <a:xfrm>
            <a:off x="575322" y="967096"/>
            <a:ext cx="813802" cy="100882"/>
            <a:chOff x="609005" y="1151919"/>
            <a:chExt cx="813802" cy="10088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23DB7C3-F18E-ED4F-A534-31635E3562FF}"/>
                </a:ext>
              </a:extLst>
            </p:cNvPr>
            <p:cNvSpPr/>
            <p:nvPr userDrawn="1"/>
          </p:nvSpPr>
          <p:spPr>
            <a:xfrm>
              <a:off x="609005" y="1151919"/>
              <a:ext cx="100882" cy="1008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49EBA86-267D-1946-BE62-E8BD7FC38750}"/>
                </a:ext>
              </a:extLst>
            </p:cNvPr>
            <p:cNvSpPr/>
            <p:nvPr userDrawn="1"/>
          </p:nvSpPr>
          <p:spPr>
            <a:xfrm>
              <a:off x="787235" y="1151919"/>
              <a:ext cx="100882" cy="1008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0C63FCB-7C4F-6542-AD5C-6CDFA991FBE7}"/>
                </a:ext>
              </a:extLst>
            </p:cNvPr>
            <p:cNvSpPr/>
            <p:nvPr userDrawn="1"/>
          </p:nvSpPr>
          <p:spPr>
            <a:xfrm>
              <a:off x="965465" y="1151919"/>
              <a:ext cx="100882" cy="10088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5DE9D6C-6485-2F45-B2D7-2FF701C1D487}"/>
                </a:ext>
              </a:extLst>
            </p:cNvPr>
            <p:cNvSpPr/>
            <p:nvPr userDrawn="1"/>
          </p:nvSpPr>
          <p:spPr>
            <a:xfrm>
              <a:off x="1143695" y="1151919"/>
              <a:ext cx="100882" cy="10088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5FCE96E-0575-9E4F-927C-DA62B7AA5CD3}"/>
                </a:ext>
              </a:extLst>
            </p:cNvPr>
            <p:cNvSpPr/>
            <p:nvPr userDrawn="1"/>
          </p:nvSpPr>
          <p:spPr>
            <a:xfrm>
              <a:off x="1321925" y="1151919"/>
              <a:ext cx="100882" cy="10088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733439B-C3BB-D146-8F1C-14DDF9A33AD5}"/>
              </a:ext>
            </a:extLst>
          </p:cNvPr>
          <p:cNvSpPr txBox="1">
            <a:spLocks/>
          </p:cNvSpPr>
          <p:nvPr userDrawn="1"/>
        </p:nvSpPr>
        <p:spPr>
          <a:xfrm>
            <a:off x="463924" y="683869"/>
            <a:ext cx="11264152" cy="3418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25000"/>
              </a:lnSpc>
            </a:pPr>
            <a:r>
              <a:rPr lang="en-US" sz="1200" b="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text, Insert your desired text here this is a sample text.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2E4D5E1-C5CF-674B-A013-D02332FFD1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9320" y="1390285"/>
            <a:ext cx="2064828" cy="1932398"/>
          </a:xfrm>
          <a:prstGeom prst="snip2DiagRect">
            <a:avLst>
              <a:gd name="adj1" fmla="val 42046"/>
              <a:gd name="adj2" fmla="val 40631"/>
            </a:avLst>
          </a:prstGeom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0" name="Picture Placeholder 3">
            <a:extLst>
              <a:ext uri="{FF2B5EF4-FFF2-40B4-BE49-F238E27FC236}">
                <a16:creationId xmlns:a16="http://schemas.microsoft.com/office/drawing/2014/main" id="{401F51C3-6515-DD4C-881E-EC8997140BA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7531" y="1390285"/>
            <a:ext cx="2064828" cy="1932398"/>
          </a:xfrm>
          <a:prstGeom prst="snip2DiagRect">
            <a:avLst>
              <a:gd name="adj1" fmla="val 42046"/>
              <a:gd name="adj2" fmla="val 40631"/>
            </a:avLst>
          </a:prstGeom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1" name="Picture Placeholder 3">
            <a:extLst>
              <a:ext uri="{FF2B5EF4-FFF2-40B4-BE49-F238E27FC236}">
                <a16:creationId xmlns:a16="http://schemas.microsoft.com/office/drawing/2014/main" id="{93B755BF-A35C-A64A-9308-6F4F0B387F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8962" y="1390285"/>
            <a:ext cx="2064828" cy="1932398"/>
          </a:xfrm>
          <a:prstGeom prst="snip2DiagRect">
            <a:avLst>
              <a:gd name="adj1" fmla="val 42046"/>
              <a:gd name="adj2" fmla="val 40631"/>
            </a:avLst>
          </a:prstGeom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2" name="Picture Placeholder 3">
            <a:extLst>
              <a:ext uri="{FF2B5EF4-FFF2-40B4-BE49-F238E27FC236}">
                <a16:creationId xmlns:a16="http://schemas.microsoft.com/office/drawing/2014/main" id="{20158B37-D6D4-6B46-8034-3D238573416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10393" y="1390285"/>
            <a:ext cx="2064828" cy="1932398"/>
          </a:xfrm>
          <a:prstGeom prst="snip2DiagRect">
            <a:avLst>
              <a:gd name="adj1" fmla="val 42046"/>
              <a:gd name="adj2" fmla="val 40631"/>
            </a:avLst>
          </a:prstGeom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01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(Individu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2B3A9A5-1C2B-5F48-97DD-F1A02F4CEA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5867" y="1426479"/>
            <a:ext cx="4463146" cy="4463146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7D6921-A0EA-DE4A-B600-466AEC0D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4" y="242167"/>
            <a:ext cx="11264152" cy="547274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6630E-5BAF-C640-88CA-CB0D3FC7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4109" y="6316007"/>
            <a:ext cx="562535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7042EF7-66E3-A44D-BBB4-14CCC0F4221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A8B011-0779-5C4C-9999-1756A863A773}"/>
              </a:ext>
            </a:extLst>
          </p:cNvPr>
          <p:cNvCxnSpPr>
            <a:cxnSpLocks/>
          </p:cNvCxnSpPr>
          <p:nvPr userDrawn="1"/>
        </p:nvCxnSpPr>
        <p:spPr>
          <a:xfrm>
            <a:off x="863804" y="6300509"/>
            <a:ext cx="102211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551BFD-F06C-7F4F-ADBD-CC8078E94F24}"/>
              </a:ext>
            </a:extLst>
          </p:cNvPr>
          <p:cNvGrpSpPr/>
          <p:nvPr userDrawn="1"/>
        </p:nvGrpSpPr>
        <p:grpSpPr>
          <a:xfrm>
            <a:off x="575322" y="967096"/>
            <a:ext cx="813802" cy="100882"/>
            <a:chOff x="609005" y="1151919"/>
            <a:chExt cx="813802" cy="10088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23DB7C3-F18E-ED4F-A534-31635E3562FF}"/>
                </a:ext>
              </a:extLst>
            </p:cNvPr>
            <p:cNvSpPr/>
            <p:nvPr userDrawn="1"/>
          </p:nvSpPr>
          <p:spPr>
            <a:xfrm>
              <a:off x="609005" y="1151919"/>
              <a:ext cx="100882" cy="1008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49EBA86-267D-1946-BE62-E8BD7FC38750}"/>
                </a:ext>
              </a:extLst>
            </p:cNvPr>
            <p:cNvSpPr/>
            <p:nvPr userDrawn="1"/>
          </p:nvSpPr>
          <p:spPr>
            <a:xfrm>
              <a:off x="787235" y="1151919"/>
              <a:ext cx="100882" cy="1008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0C63FCB-7C4F-6542-AD5C-6CDFA991FBE7}"/>
                </a:ext>
              </a:extLst>
            </p:cNvPr>
            <p:cNvSpPr/>
            <p:nvPr userDrawn="1"/>
          </p:nvSpPr>
          <p:spPr>
            <a:xfrm>
              <a:off x="965465" y="1151919"/>
              <a:ext cx="100882" cy="10088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5DE9D6C-6485-2F45-B2D7-2FF701C1D487}"/>
                </a:ext>
              </a:extLst>
            </p:cNvPr>
            <p:cNvSpPr/>
            <p:nvPr userDrawn="1"/>
          </p:nvSpPr>
          <p:spPr>
            <a:xfrm>
              <a:off x="1143695" y="1151919"/>
              <a:ext cx="100882" cy="10088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5FCE96E-0575-9E4F-927C-DA62B7AA5CD3}"/>
                </a:ext>
              </a:extLst>
            </p:cNvPr>
            <p:cNvSpPr/>
            <p:nvPr userDrawn="1"/>
          </p:nvSpPr>
          <p:spPr>
            <a:xfrm>
              <a:off x="1321925" y="1151919"/>
              <a:ext cx="100882" cy="10088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733439B-C3BB-D146-8F1C-14DDF9A33AD5}"/>
              </a:ext>
            </a:extLst>
          </p:cNvPr>
          <p:cNvSpPr txBox="1">
            <a:spLocks/>
          </p:cNvSpPr>
          <p:nvPr userDrawn="1"/>
        </p:nvSpPr>
        <p:spPr>
          <a:xfrm>
            <a:off x="463924" y="683869"/>
            <a:ext cx="11264152" cy="3418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25000"/>
              </a:lnSpc>
            </a:pPr>
            <a:r>
              <a:rPr lang="en-US" sz="1200" b="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text, Insert your desired text here this is a sample text.</a:t>
            </a:r>
          </a:p>
        </p:txBody>
      </p:sp>
    </p:spTree>
    <p:extLst>
      <p:ext uri="{BB962C8B-B14F-4D97-AF65-F5344CB8AC3E}">
        <p14:creationId xmlns:p14="http://schemas.microsoft.com/office/powerpoint/2010/main" val="3732710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2B3A9A5-1C2B-5F48-97DD-F1A02F4CEA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96236" y="2931804"/>
            <a:ext cx="1755648" cy="1755648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7D6921-A0EA-DE4A-B600-466AEC0D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4" y="242167"/>
            <a:ext cx="11264152" cy="547274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BB8C2E-0EFF-D94F-B25F-A4E7CD1179FD}"/>
              </a:ext>
            </a:extLst>
          </p:cNvPr>
          <p:cNvSpPr/>
          <p:nvPr userDrawn="1"/>
        </p:nvSpPr>
        <p:spPr>
          <a:xfrm>
            <a:off x="11239949" y="6253521"/>
            <a:ext cx="488127" cy="488127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6630E-5BAF-C640-88CA-CB0D3FC7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10" y="6316007"/>
            <a:ext cx="562535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7042EF7-66E3-A44D-BBB4-14CCC0F4221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A8B011-0779-5C4C-9999-1756A863A773}"/>
              </a:ext>
            </a:extLst>
          </p:cNvPr>
          <p:cNvCxnSpPr>
            <a:cxnSpLocks/>
          </p:cNvCxnSpPr>
          <p:nvPr userDrawn="1"/>
        </p:nvCxnSpPr>
        <p:spPr>
          <a:xfrm>
            <a:off x="863804" y="6300509"/>
            <a:ext cx="102211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551BFD-F06C-7F4F-ADBD-CC8078E94F24}"/>
              </a:ext>
            </a:extLst>
          </p:cNvPr>
          <p:cNvGrpSpPr/>
          <p:nvPr userDrawn="1"/>
        </p:nvGrpSpPr>
        <p:grpSpPr>
          <a:xfrm>
            <a:off x="575322" y="967096"/>
            <a:ext cx="813802" cy="100882"/>
            <a:chOff x="609005" y="1151919"/>
            <a:chExt cx="813802" cy="10088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23DB7C3-F18E-ED4F-A534-31635E3562FF}"/>
                </a:ext>
              </a:extLst>
            </p:cNvPr>
            <p:cNvSpPr/>
            <p:nvPr userDrawn="1"/>
          </p:nvSpPr>
          <p:spPr>
            <a:xfrm>
              <a:off x="609005" y="1151919"/>
              <a:ext cx="100882" cy="1008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49EBA86-267D-1946-BE62-E8BD7FC38750}"/>
                </a:ext>
              </a:extLst>
            </p:cNvPr>
            <p:cNvSpPr/>
            <p:nvPr userDrawn="1"/>
          </p:nvSpPr>
          <p:spPr>
            <a:xfrm>
              <a:off x="787235" y="1151919"/>
              <a:ext cx="100882" cy="1008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0C63FCB-7C4F-6542-AD5C-6CDFA991FBE7}"/>
                </a:ext>
              </a:extLst>
            </p:cNvPr>
            <p:cNvSpPr/>
            <p:nvPr userDrawn="1"/>
          </p:nvSpPr>
          <p:spPr>
            <a:xfrm>
              <a:off x="965465" y="1151919"/>
              <a:ext cx="100882" cy="10088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5DE9D6C-6485-2F45-B2D7-2FF701C1D487}"/>
                </a:ext>
              </a:extLst>
            </p:cNvPr>
            <p:cNvSpPr/>
            <p:nvPr userDrawn="1"/>
          </p:nvSpPr>
          <p:spPr>
            <a:xfrm>
              <a:off x="1143695" y="1151919"/>
              <a:ext cx="100882" cy="10088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5FCE96E-0575-9E4F-927C-DA62B7AA5CD3}"/>
                </a:ext>
              </a:extLst>
            </p:cNvPr>
            <p:cNvSpPr/>
            <p:nvPr userDrawn="1"/>
          </p:nvSpPr>
          <p:spPr>
            <a:xfrm>
              <a:off x="1321925" y="1151919"/>
              <a:ext cx="100882" cy="10088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733439B-C3BB-D146-8F1C-14DDF9A33AD5}"/>
              </a:ext>
            </a:extLst>
          </p:cNvPr>
          <p:cNvSpPr txBox="1">
            <a:spLocks/>
          </p:cNvSpPr>
          <p:nvPr userDrawn="1"/>
        </p:nvSpPr>
        <p:spPr>
          <a:xfrm>
            <a:off x="463924" y="683869"/>
            <a:ext cx="11264152" cy="3418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25000"/>
              </a:lnSpc>
            </a:pPr>
            <a:r>
              <a:rPr lang="en-US" sz="1200" b="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text, Insert your desired text here this is a sample text.</a:t>
            </a:r>
          </a:p>
        </p:txBody>
      </p:sp>
    </p:spTree>
    <p:extLst>
      <p:ext uri="{BB962C8B-B14F-4D97-AF65-F5344CB8AC3E}">
        <p14:creationId xmlns:p14="http://schemas.microsoft.com/office/powerpoint/2010/main" val="357678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ion and 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6921-A0EA-DE4A-B600-466AEC0D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4" y="242167"/>
            <a:ext cx="11264152" cy="547274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BB8C2E-0EFF-D94F-B25F-A4E7CD1179FD}"/>
              </a:ext>
            </a:extLst>
          </p:cNvPr>
          <p:cNvSpPr/>
          <p:nvPr userDrawn="1"/>
        </p:nvSpPr>
        <p:spPr>
          <a:xfrm>
            <a:off x="11239949" y="6253521"/>
            <a:ext cx="488127" cy="488127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6630E-5BAF-C640-88CA-CB0D3FC7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10" y="6316007"/>
            <a:ext cx="562535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7042EF7-66E3-A44D-BBB4-14CCC0F4221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A8B011-0779-5C4C-9999-1756A863A773}"/>
              </a:ext>
            </a:extLst>
          </p:cNvPr>
          <p:cNvCxnSpPr>
            <a:cxnSpLocks/>
          </p:cNvCxnSpPr>
          <p:nvPr userDrawn="1"/>
        </p:nvCxnSpPr>
        <p:spPr>
          <a:xfrm>
            <a:off x="863804" y="6300509"/>
            <a:ext cx="102211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551BFD-F06C-7F4F-ADBD-CC8078E94F24}"/>
              </a:ext>
            </a:extLst>
          </p:cNvPr>
          <p:cNvGrpSpPr/>
          <p:nvPr userDrawn="1"/>
        </p:nvGrpSpPr>
        <p:grpSpPr>
          <a:xfrm>
            <a:off x="575322" y="967096"/>
            <a:ext cx="813802" cy="100882"/>
            <a:chOff x="609005" y="1151919"/>
            <a:chExt cx="813802" cy="10088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23DB7C3-F18E-ED4F-A534-31635E3562FF}"/>
                </a:ext>
              </a:extLst>
            </p:cNvPr>
            <p:cNvSpPr/>
            <p:nvPr userDrawn="1"/>
          </p:nvSpPr>
          <p:spPr>
            <a:xfrm>
              <a:off x="609005" y="1151919"/>
              <a:ext cx="100882" cy="1008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49EBA86-267D-1946-BE62-E8BD7FC38750}"/>
                </a:ext>
              </a:extLst>
            </p:cNvPr>
            <p:cNvSpPr/>
            <p:nvPr userDrawn="1"/>
          </p:nvSpPr>
          <p:spPr>
            <a:xfrm>
              <a:off x="787235" y="1151919"/>
              <a:ext cx="100882" cy="1008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0C63FCB-7C4F-6542-AD5C-6CDFA991FBE7}"/>
                </a:ext>
              </a:extLst>
            </p:cNvPr>
            <p:cNvSpPr/>
            <p:nvPr userDrawn="1"/>
          </p:nvSpPr>
          <p:spPr>
            <a:xfrm>
              <a:off x="965465" y="1151919"/>
              <a:ext cx="100882" cy="10088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5DE9D6C-6485-2F45-B2D7-2FF701C1D487}"/>
                </a:ext>
              </a:extLst>
            </p:cNvPr>
            <p:cNvSpPr/>
            <p:nvPr userDrawn="1"/>
          </p:nvSpPr>
          <p:spPr>
            <a:xfrm>
              <a:off x="1143695" y="1151919"/>
              <a:ext cx="100882" cy="10088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5FCE96E-0575-9E4F-927C-DA62B7AA5CD3}"/>
                </a:ext>
              </a:extLst>
            </p:cNvPr>
            <p:cNvSpPr/>
            <p:nvPr userDrawn="1"/>
          </p:nvSpPr>
          <p:spPr>
            <a:xfrm>
              <a:off x="1321925" y="1151919"/>
              <a:ext cx="100882" cy="10088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733439B-C3BB-D146-8F1C-14DDF9A33AD5}"/>
              </a:ext>
            </a:extLst>
          </p:cNvPr>
          <p:cNvSpPr txBox="1">
            <a:spLocks/>
          </p:cNvSpPr>
          <p:nvPr userDrawn="1"/>
        </p:nvSpPr>
        <p:spPr>
          <a:xfrm>
            <a:off x="463924" y="683869"/>
            <a:ext cx="11264152" cy="3418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25000"/>
              </a:lnSpc>
            </a:pPr>
            <a:r>
              <a:rPr lang="en-US" sz="1200" b="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text, Insert your desired text here this is a sample text.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213F38D-B843-894C-A210-AB9978CC9E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0075" y="1338263"/>
            <a:ext cx="5062538" cy="2236787"/>
          </a:xfrm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B2CADB96-1611-F141-BC66-F60A7A541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12683" y="1338263"/>
            <a:ext cx="5062538" cy="2236787"/>
          </a:xfrm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99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6921-A0EA-DE4A-B600-466AEC0D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4" y="242167"/>
            <a:ext cx="11264152" cy="547274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BB8C2E-0EFF-D94F-B25F-A4E7CD1179FD}"/>
              </a:ext>
            </a:extLst>
          </p:cNvPr>
          <p:cNvSpPr/>
          <p:nvPr userDrawn="1"/>
        </p:nvSpPr>
        <p:spPr>
          <a:xfrm>
            <a:off x="11239949" y="6253521"/>
            <a:ext cx="488127" cy="488127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6630E-5BAF-C640-88CA-CB0D3FC7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10" y="6316007"/>
            <a:ext cx="562535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7042EF7-66E3-A44D-BBB4-14CCC0F4221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A62DD16-908C-FE45-A7ED-87680FDA939A}"/>
              </a:ext>
            </a:extLst>
          </p:cNvPr>
          <p:cNvGrpSpPr/>
          <p:nvPr userDrawn="1"/>
        </p:nvGrpSpPr>
        <p:grpSpPr>
          <a:xfrm>
            <a:off x="494469" y="6247857"/>
            <a:ext cx="7700754" cy="511448"/>
            <a:chOff x="1832720" y="5446059"/>
            <a:chExt cx="7700754" cy="511448"/>
          </a:xfrm>
        </p:grpSpPr>
        <p:sp>
          <p:nvSpPr>
            <p:cNvPr id="9" name="POWERPOINT TEMPLATE">
              <a:extLst>
                <a:ext uri="{FF2B5EF4-FFF2-40B4-BE49-F238E27FC236}">
                  <a16:creationId xmlns:a16="http://schemas.microsoft.com/office/drawing/2014/main" id="{F2E3E390-FACF-AE4D-B806-705A25A5EECB}"/>
                </a:ext>
              </a:extLst>
            </p:cNvPr>
            <p:cNvSpPr/>
            <p:nvPr userDrawn="1"/>
          </p:nvSpPr>
          <p:spPr>
            <a:xfrm>
              <a:off x="3187771" y="5562837"/>
              <a:ext cx="2076531" cy="2792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>
                <a:lnSpc>
                  <a:spcPts val="4500"/>
                </a:lnSpc>
                <a:tabLst>
                  <a:tab pos="1066800" algn="l"/>
                </a:tabLst>
                <a:defRPr sz="3821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algn="l">
                <a:lnSpc>
                  <a:spcPct val="150000"/>
                </a:lnSpc>
              </a:pPr>
              <a:r>
                <a:rPr sz="1000" spc="170" dirty="0">
                  <a:solidFill>
                    <a:schemeClr val="tx2"/>
                  </a:solidFill>
                </a:rPr>
                <a:t>POWERPOINT TEMPLATE</a:t>
              </a:r>
            </a:p>
          </p:txBody>
        </p:sp>
        <p:sp>
          <p:nvSpPr>
            <p:cNvPr id="10" name="Shape">
              <a:extLst>
                <a:ext uri="{FF2B5EF4-FFF2-40B4-BE49-F238E27FC236}">
                  <a16:creationId xmlns:a16="http://schemas.microsoft.com/office/drawing/2014/main" id="{DAD6223F-C12E-0A4D-A4F9-E1488125F002}"/>
                </a:ext>
              </a:extLst>
            </p:cNvPr>
            <p:cNvSpPr/>
            <p:nvPr userDrawn="1"/>
          </p:nvSpPr>
          <p:spPr>
            <a:xfrm>
              <a:off x="1944118" y="5505141"/>
              <a:ext cx="103773" cy="576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149" y="19425"/>
                  </a:moveTo>
                  <a:cubicBezTo>
                    <a:pt x="6149" y="14812"/>
                    <a:pt x="8235" y="11059"/>
                    <a:pt x="10800" y="11059"/>
                  </a:cubicBezTo>
                  <a:cubicBezTo>
                    <a:pt x="13365" y="11059"/>
                    <a:pt x="15451" y="14812"/>
                    <a:pt x="15451" y="19425"/>
                  </a:cubicBezTo>
                  <a:lnTo>
                    <a:pt x="15451" y="21600"/>
                  </a:lnTo>
                  <a:lnTo>
                    <a:pt x="21600" y="21600"/>
                  </a:lnTo>
                  <a:lnTo>
                    <a:pt x="21600" y="19425"/>
                  </a:lnTo>
                  <a:cubicBezTo>
                    <a:pt x="21600" y="8714"/>
                    <a:pt x="16755" y="0"/>
                    <a:pt x="10800" y="0"/>
                  </a:cubicBezTo>
                  <a:cubicBezTo>
                    <a:pt x="4845" y="0"/>
                    <a:pt x="0" y="8714"/>
                    <a:pt x="0" y="19425"/>
                  </a:cubicBezTo>
                  <a:lnTo>
                    <a:pt x="0" y="21600"/>
                  </a:lnTo>
                  <a:lnTo>
                    <a:pt x="6149" y="21600"/>
                  </a:lnTo>
                  <a:cubicBezTo>
                    <a:pt x="6149" y="21600"/>
                    <a:pt x="6149" y="19425"/>
                    <a:pt x="6149" y="19425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C90BBA63-DD83-0B48-9978-7E03F4CBCB58}"/>
                </a:ext>
              </a:extLst>
            </p:cNvPr>
            <p:cNvSpPr/>
            <p:nvPr userDrawn="1"/>
          </p:nvSpPr>
          <p:spPr>
            <a:xfrm>
              <a:off x="1944118" y="5840730"/>
              <a:ext cx="103773" cy="576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451" y="2174"/>
                  </a:moveTo>
                  <a:cubicBezTo>
                    <a:pt x="15451" y="6787"/>
                    <a:pt x="13365" y="10540"/>
                    <a:pt x="10800" y="10540"/>
                  </a:cubicBezTo>
                  <a:cubicBezTo>
                    <a:pt x="8235" y="10540"/>
                    <a:pt x="6149" y="6787"/>
                    <a:pt x="6149" y="2174"/>
                  </a:cubicBezTo>
                  <a:lnTo>
                    <a:pt x="6149" y="0"/>
                  </a:lnTo>
                  <a:lnTo>
                    <a:pt x="0" y="0"/>
                  </a:lnTo>
                  <a:lnTo>
                    <a:pt x="0" y="2174"/>
                  </a:lnTo>
                  <a:cubicBezTo>
                    <a:pt x="0" y="12886"/>
                    <a:pt x="4845" y="21600"/>
                    <a:pt x="10800" y="21600"/>
                  </a:cubicBezTo>
                  <a:cubicBezTo>
                    <a:pt x="16755" y="21600"/>
                    <a:pt x="21600" y="12886"/>
                    <a:pt x="21600" y="2174"/>
                  </a:cubicBezTo>
                  <a:lnTo>
                    <a:pt x="21600" y="0"/>
                  </a:lnTo>
                  <a:lnTo>
                    <a:pt x="15451" y="0"/>
                  </a:lnTo>
                  <a:cubicBezTo>
                    <a:pt x="15451" y="0"/>
                    <a:pt x="15451" y="2174"/>
                    <a:pt x="15451" y="2174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12DDF70E-76E8-BC48-8899-4A05678668E4}"/>
                </a:ext>
              </a:extLst>
            </p:cNvPr>
            <p:cNvSpPr/>
            <p:nvPr userDrawn="1"/>
          </p:nvSpPr>
          <p:spPr>
            <a:xfrm>
              <a:off x="1885036" y="5446059"/>
              <a:ext cx="221938" cy="1167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875" y="20525"/>
                  </a:moveTo>
                  <a:cubicBezTo>
                    <a:pt x="2875" y="12221"/>
                    <a:pt x="6430" y="5464"/>
                    <a:pt x="10800" y="5464"/>
                  </a:cubicBezTo>
                  <a:cubicBezTo>
                    <a:pt x="15170" y="5464"/>
                    <a:pt x="18725" y="12221"/>
                    <a:pt x="18725" y="20525"/>
                  </a:cubicBezTo>
                  <a:lnTo>
                    <a:pt x="18725" y="21600"/>
                  </a:lnTo>
                  <a:lnTo>
                    <a:pt x="21600" y="21600"/>
                  </a:lnTo>
                  <a:lnTo>
                    <a:pt x="21600" y="20526"/>
                  </a:lnTo>
                  <a:cubicBezTo>
                    <a:pt x="21600" y="9190"/>
                    <a:pt x="16765" y="0"/>
                    <a:pt x="10800" y="0"/>
                  </a:cubicBezTo>
                  <a:cubicBezTo>
                    <a:pt x="4835" y="0"/>
                    <a:pt x="0" y="9190"/>
                    <a:pt x="0" y="20526"/>
                  </a:cubicBezTo>
                  <a:lnTo>
                    <a:pt x="0" y="21600"/>
                  </a:lnTo>
                  <a:lnTo>
                    <a:pt x="2875" y="21600"/>
                  </a:lnTo>
                  <a:cubicBezTo>
                    <a:pt x="2875" y="21600"/>
                    <a:pt x="2875" y="20525"/>
                    <a:pt x="2875" y="20525"/>
                  </a:cubicBezTo>
                  <a:close/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D0782FF0-04AD-4B4A-B419-2DD41623611C}"/>
                </a:ext>
              </a:extLst>
            </p:cNvPr>
            <p:cNvSpPr/>
            <p:nvPr userDrawn="1"/>
          </p:nvSpPr>
          <p:spPr>
            <a:xfrm>
              <a:off x="1885036" y="5840730"/>
              <a:ext cx="221938" cy="1167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725" y="1074"/>
                  </a:moveTo>
                  <a:cubicBezTo>
                    <a:pt x="18725" y="9379"/>
                    <a:pt x="15170" y="16136"/>
                    <a:pt x="10800" y="16136"/>
                  </a:cubicBezTo>
                  <a:cubicBezTo>
                    <a:pt x="6430" y="16136"/>
                    <a:pt x="2875" y="9379"/>
                    <a:pt x="2875" y="1074"/>
                  </a:cubicBezTo>
                  <a:lnTo>
                    <a:pt x="2875" y="0"/>
                  </a:lnTo>
                  <a:lnTo>
                    <a:pt x="0" y="0"/>
                  </a:lnTo>
                  <a:lnTo>
                    <a:pt x="0" y="1074"/>
                  </a:lnTo>
                  <a:cubicBezTo>
                    <a:pt x="0" y="12410"/>
                    <a:pt x="4835" y="21600"/>
                    <a:pt x="10800" y="21600"/>
                  </a:cubicBezTo>
                  <a:cubicBezTo>
                    <a:pt x="16765" y="21600"/>
                    <a:pt x="21600" y="12410"/>
                    <a:pt x="21600" y="1074"/>
                  </a:cubicBezTo>
                  <a:lnTo>
                    <a:pt x="21600" y="0"/>
                  </a:lnTo>
                  <a:lnTo>
                    <a:pt x="18725" y="0"/>
                  </a:lnTo>
                  <a:cubicBezTo>
                    <a:pt x="18725" y="0"/>
                    <a:pt x="18725" y="1074"/>
                    <a:pt x="18725" y="1074"/>
                  </a:cubicBezTo>
                  <a:close/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8" name="POWERPOINT TEMPLATE">
              <a:extLst>
                <a:ext uri="{FF2B5EF4-FFF2-40B4-BE49-F238E27FC236}">
                  <a16:creationId xmlns:a16="http://schemas.microsoft.com/office/drawing/2014/main" id="{06295E2A-3E41-9B4F-A15C-7403DA4D8615}"/>
                </a:ext>
              </a:extLst>
            </p:cNvPr>
            <p:cNvSpPr/>
            <p:nvPr userDrawn="1"/>
          </p:nvSpPr>
          <p:spPr>
            <a:xfrm>
              <a:off x="1832720" y="5510100"/>
              <a:ext cx="1355051" cy="3847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>
                <a:lnSpc>
                  <a:spcPts val="4500"/>
                </a:lnSpc>
                <a:tabLst>
                  <a:tab pos="1066800" algn="l"/>
                </a:tabLst>
                <a:defRPr sz="3821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sz="2000" dirty="0" err="1">
                  <a:solidFill>
                    <a:schemeClr val="tx2"/>
                  </a:solidFill>
                </a:rPr>
                <a:t>Whirl</a:t>
              </a:r>
              <a:r>
                <a:rPr lang="en-US" sz="2000" dirty="0" err="1">
                  <a:solidFill>
                    <a:schemeClr val="accent3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Wind</a:t>
              </a:r>
              <a:endParaRPr sz="2000" spc="170" dirty="0">
                <a:solidFill>
                  <a:schemeClr val="accent3"/>
                </a:solidFill>
              </a:endParaRPr>
            </a:p>
          </p:txBody>
        </p:sp>
        <p:sp>
          <p:nvSpPr>
            <p:cNvPr id="21" name="POWERPOINT TEMPLATE">
              <a:extLst>
                <a:ext uri="{FF2B5EF4-FFF2-40B4-BE49-F238E27FC236}">
                  <a16:creationId xmlns:a16="http://schemas.microsoft.com/office/drawing/2014/main" id="{D7B7B2BA-B6DE-0C4A-A5A1-492B46522974}"/>
                </a:ext>
              </a:extLst>
            </p:cNvPr>
            <p:cNvSpPr/>
            <p:nvPr userDrawn="1"/>
          </p:nvSpPr>
          <p:spPr>
            <a:xfrm>
              <a:off x="5442611" y="5603473"/>
              <a:ext cx="4090863" cy="23083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8100" tIns="38100" rIns="38100" bIns="38100" anchor="t">
              <a:spAutoFit/>
            </a:bodyPr>
            <a:lstStyle>
              <a:lvl1pPr>
                <a:lnSpc>
                  <a:spcPts val="4500"/>
                </a:lnSpc>
                <a:tabLst>
                  <a:tab pos="1066800" algn="l"/>
                </a:tabLst>
                <a:defRPr sz="3821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1000" dirty="0">
                  <a:solidFill>
                    <a:schemeClr val="tx2"/>
                  </a:solidFill>
                </a:rPr>
                <a:t>|      Email : </a:t>
              </a:r>
              <a:r>
                <a:rPr lang="en-US" sz="1000" dirty="0" err="1">
                  <a:solidFill>
                    <a:schemeClr val="tx2"/>
                  </a:solidFill>
                </a:rPr>
                <a:t>example@example.com</a:t>
              </a:r>
              <a:r>
                <a:rPr lang="en-US" sz="1000" dirty="0">
                  <a:solidFill>
                    <a:schemeClr val="tx2"/>
                  </a:solidFill>
                </a:rPr>
                <a:t>       |       Web : </a:t>
              </a:r>
              <a:r>
                <a:rPr lang="en-US" sz="1000" dirty="0" err="1">
                  <a:solidFill>
                    <a:schemeClr val="tx2"/>
                  </a:solidFill>
                </a:rPr>
                <a:t>www.example.com</a:t>
              </a:r>
              <a:endParaRPr lang="en-US" sz="1000" dirty="0">
                <a:solidFill>
                  <a:schemeClr val="tx2"/>
                </a:solidFill>
              </a:endParaRP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A8B011-0779-5C4C-9999-1756A863A773}"/>
              </a:ext>
            </a:extLst>
          </p:cNvPr>
          <p:cNvCxnSpPr>
            <a:cxnSpLocks/>
          </p:cNvCxnSpPr>
          <p:nvPr userDrawn="1"/>
        </p:nvCxnSpPr>
        <p:spPr>
          <a:xfrm>
            <a:off x="863804" y="6300509"/>
            <a:ext cx="102211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551BFD-F06C-7F4F-ADBD-CC8078E94F24}"/>
              </a:ext>
            </a:extLst>
          </p:cNvPr>
          <p:cNvGrpSpPr/>
          <p:nvPr userDrawn="1"/>
        </p:nvGrpSpPr>
        <p:grpSpPr>
          <a:xfrm>
            <a:off x="575322" y="967096"/>
            <a:ext cx="813802" cy="100882"/>
            <a:chOff x="609005" y="1151919"/>
            <a:chExt cx="813802" cy="10088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23DB7C3-F18E-ED4F-A534-31635E3562FF}"/>
                </a:ext>
              </a:extLst>
            </p:cNvPr>
            <p:cNvSpPr/>
            <p:nvPr userDrawn="1"/>
          </p:nvSpPr>
          <p:spPr>
            <a:xfrm>
              <a:off x="609005" y="1151919"/>
              <a:ext cx="100882" cy="1008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49EBA86-267D-1946-BE62-E8BD7FC38750}"/>
                </a:ext>
              </a:extLst>
            </p:cNvPr>
            <p:cNvSpPr/>
            <p:nvPr userDrawn="1"/>
          </p:nvSpPr>
          <p:spPr>
            <a:xfrm>
              <a:off x="787235" y="1151919"/>
              <a:ext cx="100882" cy="1008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0C63FCB-7C4F-6542-AD5C-6CDFA991FBE7}"/>
                </a:ext>
              </a:extLst>
            </p:cNvPr>
            <p:cNvSpPr/>
            <p:nvPr userDrawn="1"/>
          </p:nvSpPr>
          <p:spPr>
            <a:xfrm>
              <a:off x="965465" y="1151919"/>
              <a:ext cx="100882" cy="10088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5DE9D6C-6485-2F45-B2D7-2FF701C1D487}"/>
                </a:ext>
              </a:extLst>
            </p:cNvPr>
            <p:cNvSpPr/>
            <p:nvPr userDrawn="1"/>
          </p:nvSpPr>
          <p:spPr>
            <a:xfrm>
              <a:off x="1143695" y="1151919"/>
              <a:ext cx="100882" cy="10088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5FCE96E-0575-9E4F-927C-DA62B7AA5CD3}"/>
                </a:ext>
              </a:extLst>
            </p:cNvPr>
            <p:cNvSpPr/>
            <p:nvPr userDrawn="1"/>
          </p:nvSpPr>
          <p:spPr>
            <a:xfrm>
              <a:off x="1321925" y="1151919"/>
              <a:ext cx="100882" cy="10088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733439B-C3BB-D146-8F1C-14DDF9A33AD5}"/>
              </a:ext>
            </a:extLst>
          </p:cNvPr>
          <p:cNvSpPr txBox="1">
            <a:spLocks/>
          </p:cNvSpPr>
          <p:nvPr userDrawn="1"/>
        </p:nvSpPr>
        <p:spPr>
          <a:xfrm>
            <a:off x="463924" y="683869"/>
            <a:ext cx="11264152" cy="3418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25000"/>
              </a:lnSpc>
            </a:pPr>
            <a:r>
              <a:rPr lang="en-US" sz="1200" b="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text, Insert your desired text here this is a sample text.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213F38D-B843-894C-A210-AB9978CC9E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0075" y="1338263"/>
            <a:ext cx="2381247" cy="2448518"/>
          </a:xfrm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62498374-8C88-3748-8F54-BD0D00DF05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15659" y="1338263"/>
            <a:ext cx="2381247" cy="2448518"/>
          </a:xfrm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74227CE3-9247-4346-B075-44239131F1E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31015" y="1338263"/>
            <a:ext cx="2381247" cy="2448518"/>
          </a:xfrm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80924EFC-1647-8B44-B5E5-017A002C071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46599" y="1338263"/>
            <a:ext cx="2381247" cy="2448518"/>
          </a:xfrm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34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71B4E-0CE4-E745-847B-9C4F53AB49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B1902A-3F81-3A4E-8971-76C48C1624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7EDB68-0986-A544-971E-E52A5AD33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BDCA8-A05F-044E-8DD0-C0362FA60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02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2849-B92B-AC40-8A12-22A0E9033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69490-3639-594B-AB68-E409446B0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0A852-62A8-864A-8299-91A03E78C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C0AEE-5EB0-1B4B-ACC0-9AB21057D1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B1902A-3F81-3A4E-8971-76C48C1624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56DB2-07E2-104D-8199-454011C5A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E35EA-2EC9-AC4B-8043-A1AA4E63F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472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E177E-4664-BE4E-BBD0-972A8342F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88DBA4-8A5D-EF4B-BE7E-610C30D13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09A3F-5526-F74F-875C-9400F40A8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D93DD-6706-F544-AAF7-1803C9FB9E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B1902A-3F81-3A4E-8971-76C48C1624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F38CB-3B23-ED49-9700-BAD58DA5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4393D-DBEB-CA44-BAFA-0E2EA3C9E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851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D3B76-0940-FB4B-A217-90C5EED45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56600-8AB7-0C48-86EC-EAFE094A9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ACE19-CEBF-9149-8DBD-B1FD80351F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B1902A-3F81-3A4E-8971-76C48C1624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9E291-74F5-7546-A730-603506759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CDCC7-C688-4E49-BCA4-6A3FC8CA3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257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FE9C4-76C1-C14A-B804-2B60BE1D20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E318D-EEDD-6E47-AD19-40641E5E8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34C08-EEDC-B244-BDBC-D6D9AE2C03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B1902A-3F81-3A4E-8971-76C48C1624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BA16C-E024-1B48-B2DE-E60C9333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3F6E7-7FC6-834F-AB90-66481434A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398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219375E4-F499-424F-BD21-E25B2D84FCB8}"/>
              </a:ext>
            </a:extLst>
          </p:cNvPr>
          <p:cNvSpPr/>
          <p:nvPr userDrawn="1"/>
        </p:nvSpPr>
        <p:spPr>
          <a:xfrm>
            <a:off x="11596569" y="6241093"/>
            <a:ext cx="488127" cy="488127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1E3216-D780-1C4A-9A0A-F0E5B99FA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537F4-7423-1644-9965-26C7AC101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7A4CF-88B3-1148-B3AA-E9F8D71448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9321" y="6291035"/>
            <a:ext cx="4626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  <a:latin typeface="Arial Black" panose="020B0A04020102020204" pitchFamily="34" charset="0"/>
              </a:defRPr>
            </a:lvl1pPr>
          </a:lstStyle>
          <a:p>
            <a:fld id="{C7042EF7-66E3-A44D-BBB4-14CCC0F4221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51F874-B508-4514-BFF2-E50179D93579}"/>
              </a:ext>
            </a:extLst>
          </p:cNvPr>
          <p:cNvGrpSpPr/>
          <p:nvPr userDrawn="1"/>
        </p:nvGrpSpPr>
        <p:grpSpPr>
          <a:xfrm>
            <a:off x="429154" y="6247857"/>
            <a:ext cx="4379881" cy="511448"/>
            <a:chOff x="1715153" y="5446059"/>
            <a:chExt cx="4379881" cy="511448"/>
          </a:xfrm>
        </p:grpSpPr>
        <p:sp>
          <p:nvSpPr>
            <p:cNvPr id="8" name="Shape">
              <a:extLst>
                <a:ext uri="{FF2B5EF4-FFF2-40B4-BE49-F238E27FC236}">
                  <a16:creationId xmlns:a16="http://schemas.microsoft.com/office/drawing/2014/main" id="{3B88E65D-CDD5-4842-8AE7-E23C1CBFE891}"/>
                </a:ext>
              </a:extLst>
            </p:cNvPr>
            <p:cNvSpPr/>
            <p:nvPr userDrawn="1"/>
          </p:nvSpPr>
          <p:spPr>
            <a:xfrm>
              <a:off x="1944118" y="5505141"/>
              <a:ext cx="103773" cy="576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149" y="19425"/>
                  </a:moveTo>
                  <a:cubicBezTo>
                    <a:pt x="6149" y="14812"/>
                    <a:pt x="8235" y="11059"/>
                    <a:pt x="10800" y="11059"/>
                  </a:cubicBezTo>
                  <a:cubicBezTo>
                    <a:pt x="13365" y="11059"/>
                    <a:pt x="15451" y="14812"/>
                    <a:pt x="15451" y="19425"/>
                  </a:cubicBezTo>
                  <a:lnTo>
                    <a:pt x="15451" y="21600"/>
                  </a:lnTo>
                  <a:lnTo>
                    <a:pt x="21600" y="21600"/>
                  </a:lnTo>
                  <a:lnTo>
                    <a:pt x="21600" y="19425"/>
                  </a:lnTo>
                  <a:cubicBezTo>
                    <a:pt x="21600" y="8714"/>
                    <a:pt x="16755" y="0"/>
                    <a:pt x="10800" y="0"/>
                  </a:cubicBezTo>
                  <a:cubicBezTo>
                    <a:pt x="4845" y="0"/>
                    <a:pt x="0" y="8714"/>
                    <a:pt x="0" y="19425"/>
                  </a:cubicBezTo>
                  <a:lnTo>
                    <a:pt x="0" y="21600"/>
                  </a:lnTo>
                  <a:lnTo>
                    <a:pt x="6149" y="21600"/>
                  </a:lnTo>
                  <a:cubicBezTo>
                    <a:pt x="6149" y="21600"/>
                    <a:pt x="6149" y="19425"/>
                    <a:pt x="6149" y="19425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9" name="Shape">
              <a:extLst>
                <a:ext uri="{FF2B5EF4-FFF2-40B4-BE49-F238E27FC236}">
                  <a16:creationId xmlns:a16="http://schemas.microsoft.com/office/drawing/2014/main" id="{931AE730-B277-4FCE-9763-C98CC757851F}"/>
                </a:ext>
              </a:extLst>
            </p:cNvPr>
            <p:cNvSpPr/>
            <p:nvPr userDrawn="1"/>
          </p:nvSpPr>
          <p:spPr>
            <a:xfrm>
              <a:off x="1944118" y="5840730"/>
              <a:ext cx="103773" cy="576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451" y="2174"/>
                  </a:moveTo>
                  <a:cubicBezTo>
                    <a:pt x="15451" y="6787"/>
                    <a:pt x="13365" y="10540"/>
                    <a:pt x="10800" y="10540"/>
                  </a:cubicBezTo>
                  <a:cubicBezTo>
                    <a:pt x="8235" y="10540"/>
                    <a:pt x="6149" y="6787"/>
                    <a:pt x="6149" y="2174"/>
                  </a:cubicBezTo>
                  <a:lnTo>
                    <a:pt x="6149" y="0"/>
                  </a:lnTo>
                  <a:lnTo>
                    <a:pt x="0" y="0"/>
                  </a:lnTo>
                  <a:lnTo>
                    <a:pt x="0" y="2174"/>
                  </a:lnTo>
                  <a:cubicBezTo>
                    <a:pt x="0" y="12886"/>
                    <a:pt x="4845" y="21600"/>
                    <a:pt x="10800" y="21600"/>
                  </a:cubicBezTo>
                  <a:cubicBezTo>
                    <a:pt x="16755" y="21600"/>
                    <a:pt x="21600" y="12886"/>
                    <a:pt x="21600" y="2174"/>
                  </a:cubicBezTo>
                  <a:lnTo>
                    <a:pt x="21600" y="0"/>
                  </a:lnTo>
                  <a:lnTo>
                    <a:pt x="15451" y="0"/>
                  </a:lnTo>
                  <a:cubicBezTo>
                    <a:pt x="15451" y="0"/>
                    <a:pt x="15451" y="2174"/>
                    <a:pt x="15451" y="2174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Shape">
              <a:extLst>
                <a:ext uri="{FF2B5EF4-FFF2-40B4-BE49-F238E27FC236}">
                  <a16:creationId xmlns:a16="http://schemas.microsoft.com/office/drawing/2014/main" id="{C6DD98DE-EFDF-4852-88B6-6E9B8FD70CD6}"/>
                </a:ext>
              </a:extLst>
            </p:cNvPr>
            <p:cNvSpPr/>
            <p:nvPr userDrawn="1"/>
          </p:nvSpPr>
          <p:spPr>
            <a:xfrm>
              <a:off x="1885036" y="5446059"/>
              <a:ext cx="221938" cy="1167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875" y="20525"/>
                  </a:moveTo>
                  <a:cubicBezTo>
                    <a:pt x="2875" y="12221"/>
                    <a:pt x="6430" y="5464"/>
                    <a:pt x="10800" y="5464"/>
                  </a:cubicBezTo>
                  <a:cubicBezTo>
                    <a:pt x="15170" y="5464"/>
                    <a:pt x="18725" y="12221"/>
                    <a:pt x="18725" y="20525"/>
                  </a:cubicBezTo>
                  <a:lnTo>
                    <a:pt x="18725" y="21600"/>
                  </a:lnTo>
                  <a:lnTo>
                    <a:pt x="21600" y="21600"/>
                  </a:lnTo>
                  <a:lnTo>
                    <a:pt x="21600" y="20526"/>
                  </a:lnTo>
                  <a:cubicBezTo>
                    <a:pt x="21600" y="9190"/>
                    <a:pt x="16765" y="0"/>
                    <a:pt x="10800" y="0"/>
                  </a:cubicBezTo>
                  <a:cubicBezTo>
                    <a:pt x="4835" y="0"/>
                    <a:pt x="0" y="9190"/>
                    <a:pt x="0" y="20526"/>
                  </a:cubicBezTo>
                  <a:lnTo>
                    <a:pt x="0" y="21600"/>
                  </a:lnTo>
                  <a:lnTo>
                    <a:pt x="2875" y="21600"/>
                  </a:lnTo>
                  <a:cubicBezTo>
                    <a:pt x="2875" y="21600"/>
                    <a:pt x="2875" y="20525"/>
                    <a:pt x="2875" y="20525"/>
                  </a:cubicBezTo>
                  <a:close/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ADE7490E-0889-4CDC-BE55-4306DC5F27BD}"/>
                </a:ext>
              </a:extLst>
            </p:cNvPr>
            <p:cNvSpPr/>
            <p:nvPr userDrawn="1"/>
          </p:nvSpPr>
          <p:spPr>
            <a:xfrm>
              <a:off x="1885036" y="5840730"/>
              <a:ext cx="221938" cy="1167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725" y="1074"/>
                  </a:moveTo>
                  <a:cubicBezTo>
                    <a:pt x="18725" y="9379"/>
                    <a:pt x="15170" y="16136"/>
                    <a:pt x="10800" y="16136"/>
                  </a:cubicBezTo>
                  <a:cubicBezTo>
                    <a:pt x="6430" y="16136"/>
                    <a:pt x="2875" y="9379"/>
                    <a:pt x="2875" y="1074"/>
                  </a:cubicBezTo>
                  <a:lnTo>
                    <a:pt x="2875" y="0"/>
                  </a:lnTo>
                  <a:lnTo>
                    <a:pt x="0" y="0"/>
                  </a:lnTo>
                  <a:lnTo>
                    <a:pt x="0" y="1074"/>
                  </a:lnTo>
                  <a:cubicBezTo>
                    <a:pt x="0" y="12410"/>
                    <a:pt x="4835" y="21600"/>
                    <a:pt x="10800" y="21600"/>
                  </a:cubicBezTo>
                  <a:cubicBezTo>
                    <a:pt x="16765" y="21600"/>
                    <a:pt x="21600" y="12410"/>
                    <a:pt x="21600" y="1074"/>
                  </a:cubicBezTo>
                  <a:lnTo>
                    <a:pt x="21600" y="0"/>
                  </a:lnTo>
                  <a:lnTo>
                    <a:pt x="18725" y="0"/>
                  </a:lnTo>
                  <a:cubicBezTo>
                    <a:pt x="18725" y="0"/>
                    <a:pt x="18725" y="1074"/>
                    <a:pt x="18725" y="1074"/>
                  </a:cubicBezTo>
                  <a:close/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POWERPOINT TEMPLATE">
              <a:extLst>
                <a:ext uri="{FF2B5EF4-FFF2-40B4-BE49-F238E27FC236}">
                  <a16:creationId xmlns:a16="http://schemas.microsoft.com/office/drawing/2014/main" id="{A2569E33-BF49-4F42-863D-057912565DC2}"/>
                </a:ext>
              </a:extLst>
            </p:cNvPr>
            <p:cNvSpPr/>
            <p:nvPr userDrawn="1"/>
          </p:nvSpPr>
          <p:spPr>
            <a:xfrm>
              <a:off x="1715153" y="5510100"/>
              <a:ext cx="575479" cy="3847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>
                <a:lnSpc>
                  <a:spcPts val="4500"/>
                </a:lnSpc>
                <a:tabLst>
                  <a:tab pos="1066800" algn="l"/>
                </a:tabLst>
                <a:defRPr sz="3821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sz="2000" dirty="0">
                  <a:solidFill>
                    <a:srgbClr val="FF005B"/>
                  </a:solidFill>
                  <a:latin typeface="Arial Black" panose="020B0A04020102020204" pitchFamily="34" charset="0"/>
                </a:rPr>
                <a:t>H</a:t>
              </a:r>
              <a:r>
                <a:rPr lang="en-US" sz="2000" dirty="0">
                  <a:solidFill>
                    <a:schemeClr val="tx2"/>
                  </a:solidFill>
                </a:rPr>
                <a:t>C</a:t>
              </a:r>
              <a:r>
                <a:rPr lang="en-US" sz="2000" kern="1200" dirty="0">
                  <a:solidFill>
                    <a:srgbClr val="FF005B"/>
                  </a:solidFill>
                  <a:latin typeface="Arial Black" panose="020B0A04020102020204" pitchFamily="34" charset="0"/>
                  <a:cs typeface="Arial"/>
                  <a:sym typeface="Arial"/>
                </a:rPr>
                <a:t>I</a:t>
              </a:r>
              <a:endParaRPr sz="2000" kern="1200" dirty="0">
                <a:solidFill>
                  <a:srgbClr val="FF005B"/>
                </a:solidFill>
                <a:latin typeface="Arial Black" panose="020B0A04020102020204" pitchFamily="34" charset="0"/>
                <a:cs typeface="Arial"/>
                <a:sym typeface="Arial"/>
              </a:endParaRPr>
            </a:p>
          </p:txBody>
        </p:sp>
        <p:sp>
          <p:nvSpPr>
            <p:cNvPr id="13" name="POWERPOINT TEMPLATE">
              <a:extLst>
                <a:ext uri="{FF2B5EF4-FFF2-40B4-BE49-F238E27FC236}">
                  <a16:creationId xmlns:a16="http://schemas.microsoft.com/office/drawing/2014/main" id="{306E5B6C-DD30-414B-9F93-3BD2691E51B4}"/>
                </a:ext>
              </a:extLst>
            </p:cNvPr>
            <p:cNvSpPr/>
            <p:nvPr userDrawn="1"/>
          </p:nvSpPr>
          <p:spPr>
            <a:xfrm>
              <a:off x="5442611" y="5603473"/>
              <a:ext cx="652423" cy="23083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8100" tIns="38100" rIns="38100" bIns="38100" anchor="t">
              <a:spAutoFit/>
            </a:bodyPr>
            <a:lstStyle>
              <a:lvl1pPr>
                <a:lnSpc>
                  <a:spcPts val="4500"/>
                </a:lnSpc>
                <a:tabLst>
                  <a:tab pos="1066800" algn="l"/>
                </a:tabLst>
                <a:defRPr sz="3821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1000" dirty="0">
                  <a:solidFill>
                    <a:schemeClr val="tx2"/>
                  </a:solidFill>
                </a:rPr>
                <a:t>Amaid Zia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8605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67" r:id="rId8"/>
    <p:sldLayoutId id="2147483668" r:id="rId9"/>
    <p:sldLayoutId id="2147483661" r:id="rId10"/>
    <p:sldLayoutId id="2147483662" r:id="rId11"/>
    <p:sldLayoutId id="2147483665" r:id="rId12"/>
    <p:sldLayoutId id="2147483663" r:id="rId13"/>
    <p:sldLayoutId id="2147483664" r:id="rId14"/>
    <p:sldLayoutId id="2147483655" r:id="rId15"/>
    <p:sldLayoutId id="2147483656" r:id="rId16"/>
    <p:sldLayoutId id="2147483657" r:id="rId17"/>
    <p:sldLayoutId id="2147483658" r:id="rId18"/>
    <p:sldLayoutId id="214748365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SATS_University_Islamabad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">
            <a:extLst>
              <a:ext uri="{FF2B5EF4-FFF2-40B4-BE49-F238E27FC236}">
                <a16:creationId xmlns:a16="http://schemas.microsoft.com/office/drawing/2014/main" id="{D8299945-B0C6-F341-B142-FDD535ABA9BE}"/>
              </a:ext>
            </a:extLst>
          </p:cNvPr>
          <p:cNvSpPr/>
          <p:nvPr/>
        </p:nvSpPr>
        <p:spPr>
          <a:xfrm>
            <a:off x="5522043" y="3643623"/>
            <a:ext cx="1185260" cy="420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>
              <a:lnSpc>
                <a:spcPts val="4500"/>
              </a:lnSpc>
              <a:tabLst>
                <a:tab pos="1066800" algn="l"/>
              </a:tabLst>
              <a:defRPr sz="382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1700" spc="170" dirty="0">
                <a:solidFill>
                  <a:schemeClr val="bg1"/>
                </a:solidFill>
              </a:rPr>
              <a:t>Lecture 1</a:t>
            </a:r>
            <a:endParaRPr sz="1700" spc="170" dirty="0">
              <a:solidFill>
                <a:schemeClr val="bg1"/>
              </a:solidFill>
            </a:endParaRPr>
          </a:p>
        </p:txBody>
      </p:sp>
      <p:sp>
        <p:nvSpPr>
          <p:cNvPr id="5" name="Circle">
            <a:extLst>
              <a:ext uri="{FF2B5EF4-FFF2-40B4-BE49-F238E27FC236}">
                <a16:creationId xmlns:a16="http://schemas.microsoft.com/office/drawing/2014/main" id="{19632DE1-5329-4549-8EAD-E3907D320E77}"/>
              </a:ext>
            </a:extLst>
          </p:cNvPr>
          <p:cNvSpPr/>
          <p:nvPr/>
        </p:nvSpPr>
        <p:spPr>
          <a:xfrm>
            <a:off x="3396783" y="4615816"/>
            <a:ext cx="1195192" cy="1195186"/>
          </a:xfrm>
          <a:prstGeom prst="ellipse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6" name="Circle">
            <a:extLst>
              <a:ext uri="{FF2B5EF4-FFF2-40B4-BE49-F238E27FC236}">
                <a16:creationId xmlns:a16="http://schemas.microsoft.com/office/drawing/2014/main" id="{EC8E5BA3-4FB7-1D4E-8357-DFEF1D6AEABD}"/>
              </a:ext>
            </a:extLst>
          </p:cNvPr>
          <p:cNvSpPr/>
          <p:nvPr/>
        </p:nvSpPr>
        <p:spPr>
          <a:xfrm>
            <a:off x="3701541" y="4920574"/>
            <a:ext cx="584238" cy="584238"/>
          </a:xfrm>
          <a:prstGeom prst="ellipse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0ABBD63A-6D8F-4644-AA61-986E882F3330}"/>
              </a:ext>
            </a:extLst>
          </p:cNvPr>
          <p:cNvSpPr/>
          <p:nvPr/>
        </p:nvSpPr>
        <p:spPr>
          <a:xfrm>
            <a:off x="0" y="2838060"/>
            <a:ext cx="3265956" cy="17943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321" extrusionOk="0">
                <a:moveTo>
                  <a:pt x="21600" y="20321"/>
                </a:moveTo>
                <a:cubicBezTo>
                  <a:pt x="21600" y="20321"/>
                  <a:pt x="16562" y="18842"/>
                  <a:pt x="12398" y="8781"/>
                </a:cubicBezTo>
                <a:cubicBezTo>
                  <a:pt x="8235" y="-1279"/>
                  <a:pt x="3134" y="-529"/>
                  <a:pt x="0" y="692"/>
                </a:cubicBezTo>
                <a:lnTo>
                  <a:pt x="0" y="11196"/>
                </a:lnTo>
                <a:cubicBezTo>
                  <a:pt x="0" y="11196"/>
                  <a:pt x="3956" y="4904"/>
                  <a:pt x="9569" y="11196"/>
                </a:cubicBezTo>
                <a:cubicBezTo>
                  <a:pt x="15183" y="17487"/>
                  <a:pt x="16008" y="19984"/>
                  <a:pt x="21600" y="20321"/>
                </a:cubicBezTo>
              </a:path>
            </a:pathLst>
          </a:custGeom>
          <a:solidFill>
            <a:schemeClr val="accent6">
              <a:alpha val="3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4D53FC7C-EEC0-EE44-92B3-74952B271780}"/>
              </a:ext>
            </a:extLst>
          </p:cNvPr>
          <p:cNvSpPr/>
          <p:nvPr/>
        </p:nvSpPr>
        <p:spPr>
          <a:xfrm>
            <a:off x="0" y="2730125"/>
            <a:ext cx="2585927" cy="758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3908" extrusionOk="0">
                <a:moveTo>
                  <a:pt x="12942" y="962"/>
                </a:moveTo>
                <a:cubicBezTo>
                  <a:pt x="18260" y="-2930"/>
                  <a:pt x="21600" y="6239"/>
                  <a:pt x="21600" y="6239"/>
                </a:cubicBezTo>
                <a:cubicBezTo>
                  <a:pt x="21600" y="6239"/>
                  <a:pt x="16736" y="338"/>
                  <a:pt x="11812" y="9504"/>
                </a:cubicBezTo>
                <a:cubicBezTo>
                  <a:pt x="6888" y="18670"/>
                  <a:pt x="1036" y="11395"/>
                  <a:pt x="0" y="6849"/>
                </a:cubicBezTo>
                <a:lnTo>
                  <a:pt x="41" y="3502"/>
                </a:lnTo>
                <a:cubicBezTo>
                  <a:pt x="2198" y="9422"/>
                  <a:pt x="7625" y="4854"/>
                  <a:pt x="12942" y="962"/>
                </a:cubicBezTo>
              </a:path>
            </a:pathLst>
          </a:custGeom>
          <a:solidFill>
            <a:schemeClr val="accent6">
              <a:alpha val="3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A5133688-E5D9-4D45-ABE9-665B00A4CF29}"/>
              </a:ext>
            </a:extLst>
          </p:cNvPr>
          <p:cNvSpPr/>
          <p:nvPr/>
        </p:nvSpPr>
        <p:spPr>
          <a:xfrm>
            <a:off x="9415754" y="2126958"/>
            <a:ext cx="2776057" cy="1525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321" extrusionOk="0">
                <a:moveTo>
                  <a:pt x="0" y="0"/>
                </a:moveTo>
                <a:cubicBezTo>
                  <a:pt x="0" y="0"/>
                  <a:pt x="5038" y="1479"/>
                  <a:pt x="9202" y="11540"/>
                </a:cubicBezTo>
                <a:cubicBezTo>
                  <a:pt x="13365" y="21600"/>
                  <a:pt x="18466" y="20850"/>
                  <a:pt x="21600" y="19629"/>
                </a:cubicBezTo>
                <a:lnTo>
                  <a:pt x="21600" y="9125"/>
                </a:lnTo>
                <a:cubicBezTo>
                  <a:pt x="21600" y="9125"/>
                  <a:pt x="17644" y="15417"/>
                  <a:pt x="12031" y="9125"/>
                </a:cubicBezTo>
                <a:cubicBezTo>
                  <a:pt x="6417" y="2834"/>
                  <a:pt x="5592" y="337"/>
                  <a:pt x="0" y="0"/>
                </a:cubicBezTo>
              </a:path>
            </a:pathLst>
          </a:custGeom>
          <a:solidFill>
            <a:schemeClr val="accent6">
              <a:alpha val="3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0" name="Shape">
            <a:extLst>
              <a:ext uri="{FF2B5EF4-FFF2-40B4-BE49-F238E27FC236}">
                <a16:creationId xmlns:a16="http://schemas.microsoft.com/office/drawing/2014/main" id="{37EA29DA-D695-9648-A5C1-9EE588E68FB6}"/>
              </a:ext>
            </a:extLst>
          </p:cNvPr>
          <p:cNvSpPr/>
          <p:nvPr/>
        </p:nvSpPr>
        <p:spPr>
          <a:xfrm>
            <a:off x="9993524" y="3098374"/>
            <a:ext cx="2198038" cy="6445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3908" extrusionOk="0">
                <a:moveTo>
                  <a:pt x="8658" y="12946"/>
                </a:moveTo>
                <a:cubicBezTo>
                  <a:pt x="3340" y="16838"/>
                  <a:pt x="0" y="7669"/>
                  <a:pt x="0" y="7669"/>
                </a:cubicBezTo>
                <a:cubicBezTo>
                  <a:pt x="0" y="7669"/>
                  <a:pt x="4864" y="13570"/>
                  <a:pt x="9788" y="4404"/>
                </a:cubicBezTo>
                <a:cubicBezTo>
                  <a:pt x="14712" y="-4762"/>
                  <a:pt x="20564" y="2513"/>
                  <a:pt x="21600" y="7059"/>
                </a:cubicBezTo>
                <a:lnTo>
                  <a:pt x="21559" y="10406"/>
                </a:lnTo>
                <a:cubicBezTo>
                  <a:pt x="19402" y="4486"/>
                  <a:pt x="13975" y="9053"/>
                  <a:pt x="8658" y="12946"/>
                </a:cubicBezTo>
              </a:path>
            </a:pathLst>
          </a:custGeom>
          <a:solidFill>
            <a:schemeClr val="accent6">
              <a:alpha val="3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E16CCB1B-3075-144D-88BC-748E29BE37F9}"/>
              </a:ext>
            </a:extLst>
          </p:cNvPr>
          <p:cNvSpPr/>
          <p:nvPr/>
        </p:nvSpPr>
        <p:spPr>
          <a:xfrm>
            <a:off x="7606253" y="0"/>
            <a:ext cx="4582166" cy="3561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0" y="0"/>
                  <a:pt x="2035" y="7046"/>
                  <a:pt x="11298" y="6308"/>
                </a:cubicBezTo>
                <a:cubicBezTo>
                  <a:pt x="20561" y="5570"/>
                  <a:pt x="21600" y="21600"/>
                  <a:pt x="21600" y="21600"/>
                </a:cubicBezTo>
                <a:lnTo>
                  <a:pt x="21600" y="0"/>
                </a:lnTo>
                <a:cubicBezTo>
                  <a:pt x="21600" y="0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54000">
                <a:schemeClr val="accent6"/>
              </a:gs>
              <a:gs pos="99000">
                <a:schemeClr val="accent1"/>
              </a:gs>
            </a:gsLst>
            <a:lin ang="0" scaled="0"/>
          </a:gra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1A61CB3E-40D0-664F-BCD6-2007912CFB87}"/>
              </a:ext>
            </a:extLst>
          </p:cNvPr>
          <p:cNvSpPr/>
          <p:nvPr/>
        </p:nvSpPr>
        <p:spPr>
          <a:xfrm>
            <a:off x="8209420" y="0"/>
            <a:ext cx="3983203" cy="30957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0" y="0"/>
                  <a:pt x="2035" y="7046"/>
                  <a:pt x="11298" y="6308"/>
                </a:cubicBezTo>
                <a:cubicBezTo>
                  <a:pt x="20561" y="5570"/>
                  <a:pt x="21600" y="21600"/>
                  <a:pt x="21600" y="21600"/>
                </a:cubicBezTo>
                <a:lnTo>
                  <a:pt x="21600" y="0"/>
                </a:lnTo>
                <a:cubicBezTo>
                  <a:pt x="21600" y="0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72000">
                <a:schemeClr val="accent6"/>
              </a:gs>
              <a:gs pos="99000">
                <a:schemeClr val="accent1"/>
              </a:gs>
            </a:gsLst>
            <a:lin ang="0" scaled="0"/>
          </a:gra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B8BA669A-BE5A-5845-94C6-A05066180BB1}"/>
              </a:ext>
            </a:extLst>
          </p:cNvPr>
          <p:cNvSpPr/>
          <p:nvPr/>
        </p:nvSpPr>
        <p:spPr>
          <a:xfrm>
            <a:off x="0" y="0"/>
            <a:ext cx="5438535" cy="19970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650" extrusionOk="0">
                <a:moveTo>
                  <a:pt x="0" y="12912"/>
                </a:moveTo>
                <a:cubicBezTo>
                  <a:pt x="0" y="12912"/>
                  <a:pt x="3444" y="21600"/>
                  <a:pt x="8853" y="17595"/>
                </a:cubicBezTo>
                <a:cubicBezTo>
                  <a:pt x="13537" y="14127"/>
                  <a:pt x="16451" y="0"/>
                  <a:pt x="21600" y="0"/>
                </a:cubicBezTo>
                <a:lnTo>
                  <a:pt x="0" y="0"/>
                </a:lnTo>
                <a:cubicBezTo>
                  <a:pt x="0" y="0"/>
                  <a:pt x="0" y="12912"/>
                  <a:pt x="0" y="12912"/>
                </a:cubicBezTo>
                <a:close/>
              </a:path>
            </a:pathLst>
          </a:custGeom>
          <a:gradFill>
            <a:gsLst>
              <a:gs pos="20000">
                <a:schemeClr val="accent5"/>
              </a:gs>
              <a:gs pos="72000">
                <a:schemeClr val="accent6"/>
              </a:gs>
            </a:gsLst>
          </a:gra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4" name="Shape">
            <a:extLst>
              <a:ext uri="{FF2B5EF4-FFF2-40B4-BE49-F238E27FC236}">
                <a16:creationId xmlns:a16="http://schemas.microsoft.com/office/drawing/2014/main" id="{410638C9-8DEB-FB4E-B6FA-B16B02219F80}"/>
              </a:ext>
            </a:extLst>
          </p:cNvPr>
          <p:cNvSpPr/>
          <p:nvPr/>
        </p:nvSpPr>
        <p:spPr>
          <a:xfrm>
            <a:off x="0" y="0"/>
            <a:ext cx="5438535" cy="1518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650" extrusionOk="0">
                <a:moveTo>
                  <a:pt x="0" y="12912"/>
                </a:moveTo>
                <a:cubicBezTo>
                  <a:pt x="0" y="12912"/>
                  <a:pt x="3444" y="21600"/>
                  <a:pt x="8853" y="17595"/>
                </a:cubicBezTo>
                <a:cubicBezTo>
                  <a:pt x="13537" y="14127"/>
                  <a:pt x="16451" y="0"/>
                  <a:pt x="21600" y="0"/>
                </a:cubicBezTo>
                <a:lnTo>
                  <a:pt x="0" y="0"/>
                </a:lnTo>
                <a:cubicBezTo>
                  <a:pt x="0" y="0"/>
                  <a:pt x="0" y="12912"/>
                  <a:pt x="0" y="12912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62000">
                <a:schemeClr val="accent6"/>
              </a:gs>
            </a:gsLst>
          </a:gra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5" name="Shape">
            <a:extLst>
              <a:ext uri="{FF2B5EF4-FFF2-40B4-BE49-F238E27FC236}">
                <a16:creationId xmlns:a16="http://schemas.microsoft.com/office/drawing/2014/main" id="{434AC708-E741-F448-A00C-5C9E8EC97206}"/>
              </a:ext>
            </a:extLst>
          </p:cNvPr>
          <p:cNvSpPr/>
          <p:nvPr/>
        </p:nvSpPr>
        <p:spPr>
          <a:xfrm>
            <a:off x="5815799" y="2444414"/>
            <a:ext cx="557583" cy="3100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149" y="19425"/>
                </a:moveTo>
                <a:cubicBezTo>
                  <a:pt x="6149" y="14812"/>
                  <a:pt x="8235" y="11059"/>
                  <a:pt x="10800" y="11059"/>
                </a:cubicBezTo>
                <a:cubicBezTo>
                  <a:pt x="13365" y="11059"/>
                  <a:pt x="15451" y="14812"/>
                  <a:pt x="15451" y="19425"/>
                </a:cubicBezTo>
                <a:lnTo>
                  <a:pt x="15451" y="21600"/>
                </a:lnTo>
                <a:lnTo>
                  <a:pt x="21600" y="21600"/>
                </a:lnTo>
                <a:lnTo>
                  <a:pt x="21600" y="19425"/>
                </a:lnTo>
                <a:cubicBezTo>
                  <a:pt x="21600" y="8714"/>
                  <a:pt x="16755" y="0"/>
                  <a:pt x="10800" y="0"/>
                </a:cubicBezTo>
                <a:cubicBezTo>
                  <a:pt x="4845" y="0"/>
                  <a:pt x="0" y="8714"/>
                  <a:pt x="0" y="19425"/>
                </a:cubicBezTo>
                <a:lnTo>
                  <a:pt x="0" y="21600"/>
                </a:lnTo>
                <a:lnTo>
                  <a:pt x="6149" y="21600"/>
                </a:lnTo>
                <a:cubicBezTo>
                  <a:pt x="6149" y="21600"/>
                  <a:pt x="6149" y="19425"/>
                  <a:pt x="6149" y="19425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6" name="Shape">
            <a:extLst>
              <a:ext uri="{FF2B5EF4-FFF2-40B4-BE49-F238E27FC236}">
                <a16:creationId xmlns:a16="http://schemas.microsoft.com/office/drawing/2014/main" id="{5B94A877-4DF6-8E47-A642-5E828134BA5F}"/>
              </a:ext>
            </a:extLst>
          </p:cNvPr>
          <p:cNvSpPr/>
          <p:nvPr/>
        </p:nvSpPr>
        <p:spPr>
          <a:xfrm>
            <a:off x="5815799" y="4247566"/>
            <a:ext cx="557583" cy="309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451" y="2174"/>
                </a:moveTo>
                <a:cubicBezTo>
                  <a:pt x="15451" y="6787"/>
                  <a:pt x="13365" y="10540"/>
                  <a:pt x="10800" y="10540"/>
                </a:cubicBezTo>
                <a:cubicBezTo>
                  <a:pt x="8235" y="10540"/>
                  <a:pt x="6149" y="6787"/>
                  <a:pt x="6149" y="2174"/>
                </a:cubicBezTo>
                <a:lnTo>
                  <a:pt x="6149" y="0"/>
                </a:lnTo>
                <a:lnTo>
                  <a:pt x="0" y="0"/>
                </a:lnTo>
                <a:lnTo>
                  <a:pt x="0" y="2174"/>
                </a:lnTo>
                <a:cubicBezTo>
                  <a:pt x="0" y="12886"/>
                  <a:pt x="4845" y="21600"/>
                  <a:pt x="10800" y="21600"/>
                </a:cubicBezTo>
                <a:cubicBezTo>
                  <a:pt x="16755" y="21600"/>
                  <a:pt x="21600" y="12886"/>
                  <a:pt x="21600" y="2174"/>
                </a:cubicBezTo>
                <a:lnTo>
                  <a:pt x="21600" y="0"/>
                </a:lnTo>
                <a:lnTo>
                  <a:pt x="15451" y="0"/>
                </a:lnTo>
                <a:cubicBezTo>
                  <a:pt x="15451" y="0"/>
                  <a:pt x="15451" y="2174"/>
                  <a:pt x="15451" y="2174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7" name="Shape">
            <a:extLst>
              <a:ext uri="{FF2B5EF4-FFF2-40B4-BE49-F238E27FC236}">
                <a16:creationId xmlns:a16="http://schemas.microsoft.com/office/drawing/2014/main" id="{D15C9C89-B95B-F948-870D-5CBED96AC186}"/>
              </a:ext>
            </a:extLst>
          </p:cNvPr>
          <p:cNvSpPr/>
          <p:nvPr/>
        </p:nvSpPr>
        <p:spPr>
          <a:xfrm>
            <a:off x="5498344" y="2126958"/>
            <a:ext cx="1192495" cy="6274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875" y="20525"/>
                </a:moveTo>
                <a:cubicBezTo>
                  <a:pt x="2875" y="12221"/>
                  <a:pt x="6430" y="5464"/>
                  <a:pt x="10800" y="5464"/>
                </a:cubicBezTo>
                <a:cubicBezTo>
                  <a:pt x="15170" y="5464"/>
                  <a:pt x="18725" y="12221"/>
                  <a:pt x="18725" y="20525"/>
                </a:cubicBezTo>
                <a:lnTo>
                  <a:pt x="18725" y="21600"/>
                </a:lnTo>
                <a:lnTo>
                  <a:pt x="21600" y="21600"/>
                </a:lnTo>
                <a:lnTo>
                  <a:pt x="21600" y="20526"/>
                </a:lnTo>
                <a:cubicBezTo>
                  <a:pt x="21600" y="9190"/>
                  <a:pt x="16765" y="0"/>
                  <a:pt x="10800" y="0"/>
                </a:cubicBezTo>
                <a:cubicBezTo>
                  <a:pt x="4835" y="0"/>
                  <a:pt x="0" y="9190"/>
                  <a:pt x="0" y="20526"/>
                </a:cubicBezTo>
                <a:lnTo>
                  <a:pt x="0" y="21600"/>
                </a:lnTo>
                <a:lnTo>
                  <a:pt x="2875" y="21600"/>
                </a:lnTo>
                <a:cubicBezTo>
                  <a:pt x="2875" y="21600"/>
                  <a:pt x="2875" y="20525"/>
                  <a:pt x="2875" y="20525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8" name="Shape">
            <a:extLst>
              <a:ext uri="{FF2B5EF4-FFF2-40B4-BE49-F238E27FC236}">
                <a16:creationId xmlns:a16="http://schemas.microsoft.com/office/drawing/2014/main" id="{C4DBDFA0-6E7E-7F47-96E6-6D0D8943EAB6}"/>
              </a:ext>
            </a:extLst>
          </p:cNvPr>
          <p:cNvSpPr/>
          <p:nvPr/>
        </p:nvSpPr>
        <p:spPr>
          <a:xfrm>
            <a:off x="5498344" y="4247566"/>
            <a:ext cx="1192495" cy="627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5" y="1074"/>
                </a:moveTo>
                <a:cubicBezTo>
                  <a:pt x="18725" y="9379"/>
                  <a:pt x="15170" y="16136"/>
                  <a:pt x="10800" y="16136"/>
                </a:cubicBezTo>
                <a:cubicBezTo>
                  <a:pt x="6430" y="16136"/>
                  <a:pt x="2875" y="9379"/>
                  <a:pt x="2875" y="1074"/>
                </a:cubicBezTo>
                <a:lnTo>
                  <a:pt x="2875" y="0"/>
                </a:lnTo>
                <a:lnTo>
                  <a:pt x="0" y="0"/>
                </a:lnTo>
                <a:lnTo>
                  <a:pt x="0" y="1074"/>
                </a:lnTo>
                <a:cubicBezTo>
                  <a:pt x="0" y="12410"/>
                  <a:pt x="4835" y="21600"/>
                  <a:pt x="10800" y="21600"/>
                </a:cubicBezTo>
                <a:cubicBezTo>
                  <a:pt x="16765" y="21600"/>
                  <a:pt x="21600" y="12410"/>
                  <a:pt x="21600" y="1074"/>
                </a:cubicBezTo>
                <a:lnTo>
                  <a:pt x="21600" y="0"/>
                </a:lnTo>
                <a:lnTo>
                  <a:pt x="18725" y="0"/>
                </a:lnTo>
                <a:cubicBezTo>
                  <a:pt x="18725" y="0"/>
                  <a:pt x="18725" y="1074"/>
                  <a:pt x="18725" y="1074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9" name="Shape">
            <a:extLst>
              <a:ext uri="{FF2B5EF4-FFF2-40B4-BE49-F238E27FC236}">
                <a16:creationId xmlns:a16="http://schemas.microsoft.com/office/drawing/2014/main" id="{93773CB2-6E1A-E646-9EE8-D30DFE31D1D0}"/>
              </a:ext>
            </a:extLst>
          </p:cNvPr>
          <p:cNvSpPr/>
          <p:nvPr/>
        </p:nvSpPr>
        <p:spPr>
          <a:xfrm>
            <a:off x="0" y="4888828"/>
            <a:ext cx="4837981" cy="19691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317"/>
                </a:moveTo>
                <a:lnTo>
                  <a:pt x="0" y="21600"/>
                </a:lnTo>
                <a:lnTo>
                  <a:pt x="21600" y="21600"/>
                </a:lnTo>
                <a:cubicBezTo>
                  <a:pt x="19701" y="20270"/>
                  <a:pt x="17558" y="17275"/>
                  <a:pt x="15237" y="11597"/>
                </a:cubicBezTo>
                <a:cubicBezTo>
                  <a:pt x="11859" y="3335"/>
                  <a:pt x="8153" y="0"/>
                  <a:pt x="4768" y="0"/>
                </a:cubicBezTo>
                <a:cubicBezTo>
                  <a:pt x="3071" y="0"/>
                  <a:pt x="1453" y="840"/>
                  <a:pt x="0" y="2317"/>
                </a:cubicBezTo>
              </a:path>
            </a:pathLst>
          </a:custGeom>
          <a:gradFill>
            <a:gsLst>
              <a:gs pos="0">
                <a:schemeClr val="accent5"/>
              </a:gs>
              <a:gs pos="18000">
                <a:schemeClr val="accent4"/>
              </a:gs>
            </a:gsLst>
            <a:lin ang="0" scaled="0"/>
          </a:gra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3EC478AC-9CAE-A147-BB9C-4C083D7F2FE2}"/>
              </a:ext>
            </a:extLst>
          </p:cNvPr>
          <p:cNvSpPr/>
          <p:nvPr/>
        </p:nvSpPr>
        <p:spPr>
          <a:xfrm>
            <a:off x="0" y="5250728"/>
            <a:ext cx="4837981" cy="16069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317"/>
                </a:moveTo>
                <a:lnTo>
                  <a:pt x="0" y="21600"/>
                </a:lnTo>
                <a:lnTo>
                  <a:pt x="21600" y="21600"/>
                </a:lnTo>
                <a:cubicBezTo>
                  <a:pt x="19701" y="20270"/>
                  <a:pt x="17558" y="17275"/>
                  <a:pt x="15237" y="11597"/>
                </a:cubicBezTo>
                <a:cubicBezTo>
                  <a:pt x="11859" y="3335"/>
                  <a:pt x="8153" y="0"/>
                  <a:pt x="4768" y="0"/>
                </a:cubicBezTo>
                <a:cubicBezTo>
                  <a:pt x="3071" y="0"/>
                  <a:pt x="1453" y="840"/>
                  <a:pt x="0" y="2317"/>
                </a:cubicBezTo>
              </a:path>
            </a:pathLst>
          </a:custGeom>
          <a:gradFill>
            <a:gsLst>
              <a:gs pos="32000">
                <a:schemeClr val="accent5"/>
              </a:gs>
              <a:gs pos="70000">
                <a:schemeClr val="accent4"/>
              </a:gs>
            </a:gsLst>
            <a:lin ang="0" scaled="0"/>
          </a:gra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1" name="Shape">
            <a:extLst>
              <a:ext uri="{FF2B5EF4-FFF2-40B4-BE49-F238E27FC236}">
                <a16:creationId xmlns:a16="http://schemas.microsoft.com/office/drawing/2014/main" id="{8A00D71E-4685-1F4A-8E4D-E91E3125B95F}"/>
              </a:ext>
            </a:extLst>
          </p:cNvPr>
          <p:cNvSpPr/>
          <p:nvPr/>
        </p:nvSpPr>
        <p:spPr>
          <a:xfrm>
            <a:off x="0" y="4145980"/>
            <a:ext cx="12190322" cy="27086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76" extrusionOk="0">
                <a:moveTo>
                  <a:pt x="12796" y="7279"/>
                </a:moveTo>
                <a:cubicBezTo>
                  <a:pt x="6734" y="21599"/>
                  <a:pt x="1977" y="19295"/>
                  <a:pt x="0" y="14999"/>
                </a:cubicBezTo>
                <a:lnTo>
                  <a:pt x="0" y="20875"/>
                </a:lnTo>
                <a:lnTo>
                  <a:pt x="21600" y="20875"/>
                </a:lnTo>
                <a:lnTo>
                  <a:pt x="21600" y="3710"/>
                </a:lnTo>
                <a:cubicBezTo>
                  <a:pt x="21242" y="2616"/>
                  <a:pt x="20203" y="0"/>
                  <a:pt x="18450" y="0"/>
                </a:cubicBezTo>
                <a:cubicBezTo>
                  <a:pt x="17036" y="-1"/>
                  <a:pt x="15157" y="1701"/>
                  <a:pt x="12796" y="7279"/>
                </a:cubicBezTo>
              </a:path>
            </a:pathLst>
          </a:custGeom>
          <a:gradFill>
            <a:gsLst>
              <a:gs pos="63000">
                <a:schemeClr val="accent2"/>
              </a:gs>
              <a:gs pos="100000">
                <a:schemeClr val="accent3"/>
              </a:gs>
            </a:gsLst>
          </a:gra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2" name="Shape">
            <a:extLst>
              <a:ext uri="{FF2B5EF4-FFF2-40B4-BE49-F238E27FC236}">
                <a16:creationId xmlns:a16="http://schemas.microsoft.com/office/drawing/2014/main" id="{6858F449-3528-504B-9FCB-297FE1D9C496}"/>
              </a:ext>
            </a:extLst>
          </p:cNvPr>
          <p:cNvSpPr/>
          <p:nvPr/>
        </p:nvSpPr>
        <p:spPr>
          <a:xfrm>
            <a:off x="0" y="4869780"/>
            <a:ext cx="12190322" cy="19848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76" extrusionOk="0">
                <a:moveTo>
                  <a:pt x="12796" y="7279"/>
                </a:moveTo>
                <a:cubicBezTo>
                  <a:pt x="6734" y="21599"/>
                  <a:pt x="1977" y="19295"/>
                  <a:pt x="0" y="14999"/>
                </a:cubicBezTo>
                <a:lnTo>
                  <a:pt x="0" y="20875"/>
                </a:lnTo>
                <a:lnTo>
                  <a:pt x="21600" y="20875"/>
                </a:lnTo>
                <a:lnTo>
                  <a:pt x="21600" y="3710"/>
                </a:lnTo>
                <a:cubicBezTo>
                  <a:pt x="21242" y="2616"/>
                  <a:pt x="20203" y="0"/>
                  <a:pt x="18450" y="0"/>
                </a:cubicBezTo>
                <a:cubicBezTo>
                  <a:pt x="17036" y="-1"/>
                  <a:pt x="15157" y="1701"/>
                  <a:pt x="12796" y="7279"/>
                </a:cubicBezTo>
              </a:path>
            </a:pathLst>
          </a:custGeom>
          <a:gradFill>
            <a:gsLst>
              <a:gs pos="13000">
                <a:schemeClr val="accent2"/>
              </a:gs>
              <a:gs pos="84000">
                <a:schemeClr val="accent3"/>
              </a:gs>
            </a:gsLst>
          </a:gra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5" name="Shape">
            <a:extLst>
              <a:ext uri="{FF2B5EF4-FFF2-40B4-BE49-F238E27FC236}">
                <a16:creationId xmlns:a16="http://schemas.microsoft.com/office/drawing/2014/main" id="{2B0A527E-40E3-E349-87A6-5EBEA79689FC}"/>
              </a:ext>
            </a:extLst>
          </p:cNvPr>
          <p:cNvSpPr/>
          <p:nvPr/>
        </p:nvSpPr>
        <p:spPr>
          <a:xfrm>
            <a:off x="4839960" y="3822174"/>
            <a:ext cx="480166" cy="53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1198" y="21600"/>
                </a:lnTo>
                <a:cubicBezTo>
                  <a:pt x="536" y="21600"/>
                  <a:pt x="0" y="16766"/>
                  <a:pt x="0" y="10800"/>
                </a:cubicBezTo>
                <a:lnTo>
                  <a:pt x="0" y="10800"/>
                </a:lnTo>
                <a:cubicBezTo>
                  <a:pt x="0" y="4837"/>
                  <a:pt x="536" y="0"/>
                  <a:pt x="1198" y="0"/>
                </a:cubicBezTo>
                <a:lnTo>
                  <a:pt x="21600" y="0"/>
                </a:lnTo>
                <a:cubicBezTo>
                  <a:pt x="21600" y="0"/>
                  <a:pt x="21600" y="21600"/>
                  <a:pt x="216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6" name="Shape">
            <a:extLst>
              <a:ext uri="{FF2B5EF4-FFF2-40B4-BE49-F238E27FC236}">
                <a16:creationId xmlns:a16="http://schemas.microsoft.com/office/drawing/2014/main" id="{EC49FF84-7E48-794C-9B55-C2DE963C3441}"/>
              </a:ext>
            </a:extLst>
          </p:cNvPr>
          <p:cNvSpPr/>
          <p:nvPr/>
        </p:nvSpPr>
        <p:spPr>
          <a:xfrm>
            <a:off x="5068528" y="3936459"/>
            <a:ext cx="252481" cy="53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2279" y="21600"/>
                </a:lnTo>
                <a:cubicBezTo>
                  <a:pt x="1021" y="21600"/>
                  <a:pt x="0" y="16766"/>
                  <a:pt x="0" y="10803"/>
                </a:cubicBezTo>
                <a:lnTo>
                  <a:pt x="0" y="10803"/>
                </a:lnTo>
                <a:cubicBezTo>
                  <a:pt x="0" y="4837"/>
                  <a:pt x="1021" y="0"/>
                  <a:pt x="2279" y="0"/>
                </a:cubicBezTo>
                <a:lnTo>
                  <a:pt x="21600" y="0"/>
                </a:lnTo>
                <a:cubicBezTo>
                  <a:pt x="21600" y="0"/>
                  <a:pt x="21600" y="21600"/>
                  <a:pt x="21600" y="2160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7" name="Shape">
            <a:extLst>
              <a:ext uri="{FF2B5EF4-FFF2-40B4-BE49-F238E27FC236}">
                <a16:creationId xmlns:a16="http://schemas.microsoft.com/office/drawing/2014/main" id="{9DCA946F-877B-4141-B526-B09D3C304877}"/>
              </a:ext>
            </a:extLst>
          </p:cNvPr>
          <p:cNvSpPr/>
          <p:nvPr/>
        </p:nvSpPr>
        <p:spPr>
          <a:xfrm>
            <a:off x="6970330" y="3822174"/>
            <a:ext cx="480166" cy="53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0402" y="21600"/>
                </a:lnTo>
                <a:cubicBezTo>
                  <a:pt x="21063" y="21600"/>
                  <a:pt x="21600" y="16766"/>
                  <a:pt x="21600" y="10800"/>
                </a:cubicBezTo>
                <a:lnTo>
                  <a:pt x="21600" y="10800"/>
                </a:lnTo>
                <a:cubicBezTo>
                  <a:pt x="21600" y="4837"/>
                  <a:pt x="21063" y="0"/>
                  <a:pt x="20402" y="0"/>
                </a:cubicBezTo>
                <a:lnTo>
                  <a:pt x="0" y="0"/>
                </a:lnTo>
                <a:cubicBezTo>
                  <a:pt x="0" y="0"/>
                  <a:pt x="0" y="21600"/>
                  <a:pt x="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8" name="Shape">
            <a:extLst>
              <a:ext uri="{FF2B5EF4-FFF2-40B4-BE49-F238E27FC236}">
                <a16:creationId xmlns:a16="http://schemas.microsoft.com/office/drawing/2014/main" id="{1A05DF56-A631-234D-9EAB-B60C494B63CC}"/>
              </a:ext>
            </a:extLst>
          </p:cNvPr>
          <p:cNvSpPr/>
          <p:nvPr/>
        </p:nvSpPr>
        <p:spPr>
          <a:xfrm>
            <a:off x="6970330" y="3936459"/>
            <a:ext cx="252478" cy="53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9321" y="21600"/>
                </a:lnTo>
                <a:cubicBezTo>
                  <a:pt x="20579" y="21600"/>
                  <a:pt x="21600" y="16766"/>
                  <a:pt x="21600" y="10803"/>
                </a:cubicBezTo>
                <a:lnTo>
                  <a:pt x="21600" y="10803"/>
                </a:lnTo>
                <a:cubicBezTo>
                  <a:pt x="21600" y="4837"/>
                  <a:pt x="20579" y="0"/>
                  <a:pt x="19321" y="0"/>
                </a:cubicBezTo>
                <a:lnTo>
                  <a:pt x="0" y="0"/>
                </a:lnTo>
                <a:cubicBezTo>
                  <a:pt x="0" y="0"/>
                  <a:pt x="0" y="21600"/>
                  <a:pt x="0" y="2160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9" name="Circle">
            <a:extLst>
              <a:ext uri="{FF2B5EF4-FFF2-40B4-BE49-F238E27FC236}">
                <a16:creationId xmlns:a16="http://schemas.microsoft.com/office/drawing/2014/main" id="{A873A07C-79AA-CF4F-8B3B-5D5D9302BA52}"/>
              </a:ext>
            </a:extLst>
          </p:cNvPr>
          <p:cNvSpPr/>
          <p:nvPr/>
        </p:nvSpPr>
        <p:spPr>
          <a:xfrm>
            <a:off x="2139656" y="3244404"/>
            <a:ext cx="381258" cy="381246"/>
          </a:xfrm>
          <a:prstGeom prst="ellipse">
            <a:avLst/>
          </a:prstGeom>
          <a:solidFill>
            <a:schemeClr val="accent4">
              <a:alpha val="1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0" name="Circle">
            <a:extLst>
              <a:ext uri="{FF2B5EF4-FFF2-40B4-BE49-F238E27FC236}">
                <a16:creationId xmlns:a16="http://schemas.microsoft.com/office/drawing/2014/main" id="{47DB69DD-111D-994C-9ABA-1E3CBDEFE612}"/>
              </a:ext>
            </a:extLst>
          </p:cNvPr>
          <p:cNvSpPr/>
          <p:nvPr/>
        </p:nvSpPr>
        <p:spPr>
          <a:xfrm>
            <a:off x="2266638" y="3377736"/>
            <a:ext cx="125855" cy="125855"/>
          </a:xfrm>
          <a:prstGeom prst="ellipse">
            <a:avLst/>
          </a:prstGeom>
          <a:solidFill>
            <a:schemeClr val="accent4">
              <a:alpha val="5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6DA80171-607D-B540-B99D-08F34AB18993}"/>
              </a:ext>
            </a:extLst>
          </p:cNvPr>
          <p:cNvSpPr/>
          <p:nvPr/>
        </p:nvSpPr>
        <p:spPr>
          <a:xfrm>
            <a:off x="10628437" y="1898389"/>
            <a:ext cx="283609" cy="283606"/>
          </a:xfrm>
          <a:prstGeom prst="ellipse">
            <a:avLst/>
          </a:prstGeom>
          <a:solidFill>
            <a:schemeClr val="accent5">
              <a:alpha val="1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2" name="Circle">
            <a:extLst>
              <a:ext uri="{FF2B5EF4-FFF2-40B4-BE49-F238E27FC236}">
                <a16:creationId xmlns:a16="http://schemas.microsoft.com/office/drawing/2014/main" id="{E3205EDD-E21A-794F-8DE6-F23494F703A8}"/>
              </a:ext>
            </a:extLst>
          </p:cNvPr>
          <p:cNvSpPr/>
          <p:nvPr/>
        </p:nvSpPr>
        <p:spPr>
          <a:xfrm>
            <a:off x="10723674" y="1993626"/>
            <a:ext cx="93625" cy="93619"/>
          </a:xfrm>
          <a:prstGeom prst="ellipse">
            <a:avLst/>
          </a:prstGeom>
          <a:solidFill>
            <a:schemeClr val="accent5">
              <a:alpha val="5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3" name="Circle">
            <a:extLst>
              <a:ext uri="{FF2B5EF4-FFF2-40B4-BE49-F238E27FC236}">
                <a16:creationId xmlns:a16="http://schemas.microsoft.com/office/drawing/2014/main" id="{E3A3E211-8A7C-6345-A1E3-9CA0AEF902F8}"/>
              </a:ext>
            </a:extLst>
          </p:cNvPr>
          <p:cNvSpPr/>
          <p:nvPr/>
        </p:nvSpPr>
        <p:spPr>
          <a:xfrm>
            <a:off x="4349152" y="1257128"/>
            <a:ext cx="377993" cy="377994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4" name="Circle">
            <a:extLst>
              <a:ext uri="{FF2B5EF4-FFF2-40B4-BE49-F238E27FC236}">
                <a16:creationId xmlns:a16="http://schemas.microsoft.com/office/drawing/2014/main" id="{4625A429-1F1A-BD4D-85B1-2D89A8C9CEC1}"/>
              </a:ext>
            </a:extLst>
          </p:cNvPr>
          <p:cNvSpPr/>
          <p:nvPr/>
        </p:nvSpPr>
        <p:spPr>
          <a:xfrm>
            <a:off x="4476134" y="1384110"/>
            <a:ext cx="124778" cy="124781"/>
          </a:xfrm>
          <a:prstGeom prst="ellipse">
            <a:avLst/>
          </a:prstGeom>
          <a:solidFill>
            <a:schemeClr val="accent3">
              <a:alpha val="5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5" name="Circle">
            <a:extLst>
              <a:ext uri="{FF2B5EF4-FFF2-40B4-BE49-F238E27FC236}">
                <a16:creationId xmlns:a16="http://schemas.microsoft.com/office/drawing/2014/main" id="{61D6E3CF-EFD0-8240-9C52-D05087470CA1}"/>
              </a:ext>
            </a:extLst>
          </p:cNvPr>
          <p:cNvSpPr/>
          <p:nvPr/>
        </p:nvSpPr>
        <p:spPr>
          <a:xfrm>
            <a:off x="8977665" y="2596793"/>
            <a:ext cx="647710" cy="64771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6" name="Circle">
            <a:extLst>
              <a:ext uri="{FF2B5EF4-FFF2-40B4-BE49-F238E27FC236}">
                <a16:creationId xmlns:a16="http://schemas.microsoft.com/office/drawing/2014/main" id="{D53602B6-9052-AF47-A243-181550952052}"/>
              </a:ext>
            </a:extLst>
          </p:cNvPr>
          <p:cNvSpPr/>
          <p:nvPr/>
        </p:nvSpPr>
        <p:spPr>
          <a:xfrm>
            <a:off x="9193535" y="2819013"/>
            <a:ext cx="213824" cy="213816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3" name="Shape">
            <a:extLst>
              <a:ext uri="{FF2B5EF4-FFF2-40B4-BE49-F238E27FC236}">
                <a16:creationId xmlns:a16="http://schemas.microsoft.com/office/drawing/2014/main" id="{1C8DEDF9-BA2D-024D-84B2-42314882625F}"/>
              </a:ext>
            </a:extLst>
          </p:cNvPr>
          <p:cNvSpPr/>
          <p:nvPr/>
        </p:nvSpPr>
        <p:spPr>
          <a:xfrm>
            <a:off x="0" y="0"/>
            <a:ext cx="11523664" cy="1861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9412" extrusionOk="0">
                <a:moveTo>
                  <a:pt x="21600" y="0"/>
                </a:moveTo>
                <a:cubicBezTo>
                  <a:pt x="21600" y="0"/>
                  <a:pt x="18015" y="16554"/>
                  <a:pt x="11571" y="5754"/>
                </a:cubicBezTo>
                <a:cubicBezTo>
                  <a:pt x="5127" y="-5046"/>
                  <a:pt x="0" y="6618"/>
                  <a:pt x="0" y="6618"/>
                </a:cubicBezTo>
                <a:lnTo>
                  <a:pt x="0" y="0"/>
                </a:lnTo>
                <a:cubicBezTo>
                  <a:pt x="0" y="0"/>
                  <a:pt x="21600" y="0"/>
                  <a:pt x="21600" y="0"/>
                </a:cubicBezTo>
                <a:close/>
              </a:path>
            </a:pathLst>
          </a:custGeom>
          <a:gradFill>
            <a:gsLst>
              <a:gs pos="60000">
                <a:schemeClr val="accent4"/>
              </a:gs>
              <a:gs pos="100000">
                <a:schemeClr val="accent5"/>
              </a:gs>
            </a:gsLst>
          </a:gra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4" name="Shape">
            <a:extLst>
              <a:ext uri="{FF2B5EF4-FFF2-40B4-BE49-F238E27FC236}">
                <a16:creationId xmlns:a16="http://schemas.microsoft.com/office/drawing/2014/main" id="{7FA04B2C-BC14-6642-874F-1BC8D9AD5D15}"/>
              </a:ext>
            </a:extLst>
          </p:cNvPr>
          <p:cNvSpPr/>
          <p:nvPr/>
        </p:nvSpPr>
        <p:spPr>
          <a:xfrm>
            <a:off x="0" y="0"/>
            <a:ext cx="11523664" cy="1183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9412" extrusionOk="0">
                <a:moveTo>
                  <a:pt x="21600" y="0"/>
                </a:moveTo>
                <a:cubicBezTo>
                  <a:pt x="21600" y="0"/>
                  <a:pt x="18015" y="16554"/>
                  <a:pt x="11571" y="5754"/>
                </a:cubicBezTo>
                <a:cubicBezTo>
                  <a:pt x="5127" y="-5046"/>
                  <a:pt x="0" y="6618"/>
                  <a:pt x="0" y="6618"/>
                </a:cubicBezTo>
                <a:lnTo>
                  <a:pt x="0" y="0"/>
                </a:lnTo>
                <a:cubicBezTo>
                  <a:pt x="0" y="0"/>
                  <a:pt x="21600" y="0"/>
                  <a:pt x="21600" y="0"/>
                </a:cubicBezTo>
                <a:close/>
              </a:path>
            </a:pathLst>
          </a:custGeom>
          <a:gradFill>
            <a:gsLst>
              <a:gs pos="8000">
                <a:schemeClr val="accent4"/>
              </a:gs>
              <a:gs pos="76000">
                <a:schemeClr val="accent5"/>
              </a:gs>
            </a:gsLst>
          </a:gra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9" name="POWERPOINT TEMPLATE">
            <a:extLst>
              <a:ext uri="{FF2B5EF4-FFF2-40B4-BE49-F238E27FC236}">
                <a16:creationId xmlns:a16="http://schemas.microsoft.com/office/drawing/2014/main" id="{DCDA0217-FA6E-2341-BD2B-C1AA7FDC5C84}"/>
              </a:ext>
            </a:extLst>
          </p:cNvPr>
          <p:cNvSpPr/>
          <p:nvPr/>
        </p:nvSpPr>
        <p:spPr>
          <a:xfrm>
            <a:off x="3410408" y="2783612"/>
            <a:ext cx="5408533" cy="1123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>
              <a:lnSpc>
                <a:spcPts val="4500"/>
              </a:lnSpc>
              <a:tabLst>
                <a:tab pos="1066800" algn="l"/>
              </a:tabLst>
              <a:defRPr sz="382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6800" dirty="0">
                <a:solidFill>
                  <a:schemeClr val="bg1"/>
                </a:solidFill>
              </a:rPr>
              <a:t>Intro</a:t>
            </a:r>
            <a:r>
              <a:rPr lang="en-US" sz="6800" dirty="0">
                <a:solidFill>
                  <a:schemeClr val="accent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duction</a:t>
            </a:r>
            <a:endParaRPr sz="6800" spc="17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816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FD2ED6-7F92-4394-A8EA-F3DB5CA6721A}"/>
              </a:ext>
            </a:extLst>
          </p:cNvPr>
          <p:cNvSpPr txBox="1"/>
          <p:nvPr/>
        </p:nvSpPr>
        <p:spPr>
          <a:xfrm>
            <a:off x="914398" y="1930400"/>
            <a:ext cx="971005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Welcome </a:t>
            </a:r>
          </a:p>
          <a:p>
            <a:pPr algn="ctr"/>
            <a:r>
              <a:rPr lang="en-US" sz="4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</a:p>
          <a:p>
            <a:pPr algn="ctr"/>
            <a:r>
              <a:rPr lang="en-US" sz="4800" b="1" dirty="0">
                <a:solidFill>
                  <a:srgbClr val="FF005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</a:t>
            </a:r>
            <a:r>
              <a:rPr lang="en-US" sz="4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uman </a:t>
            </a:r>
            <a:r>
              <a:rPr lang="en-US" sz="4800" b="1" dirty="0">
                <a:solidFill>
                  <a:srgbClr val="FF005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</a:t>
            </a:r>
            <a:r>
              <a:rPr lang="en-US" sz="4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omputer </a:t>
            </a:r>
            <a:r>
              <a:rPr lang="en-US" sz="4800" b="1" dirty="0">
                <a:solidFill>
                  <a:srgbClr val="FF005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</a:t>
            </a:r>
            <a:r>
              <a:rPr lang="en-US" sz="4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nteraction</a:t>
            </a:r>
          </a:p>
          <a:p>
            <a:pPr algn="ctr"/>
            <a:r>
              <a:rPr lang="en-US" sz="4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CSC 456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9E87D-F94F-4A09-AC8C-57E9886D9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 descr="A picture containing drawing, room&#10;&#10;Description automatically generated">
            <a:extLst>
              <a:ext uri="{FF2B5EF4-FFF2-40B4-BE49-F238E27FC236}">
                <a16:creationId xmlns:a16="http://schemas.microsoft.com/office/drawing/2014/main" id="{38D11AD3-5E63-4D4C-A6B1-6A80BFA1D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187138" y="4014643"/>
            <a:ext cx="1883058" cy="188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33116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EEBFE-FD4F-4A94-87D1-7E81A7A4B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885429-A5EF-432B-AF23-B70CD8135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Placeholder 8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893B941C-0E7E-4DC7-9FAF-6AA61410784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>
            <a:fillRect/>
          </a:stretch>
        </p:blipFill>
        <p:spPr/>
      </p:pic>
      <p:pic>
        <p:nvPicPr>
          <p:cNvPr id="11" name="Picture Placeholder 10" descr="A person posing for the camera&#10;&#10;Description automatically generated">
            <a:extLst>
              <a:ext uri="{FF2B5EF4-FFF2-40B4-BE49-F238E27FC236}">
                <a16:creationId xmlns:a16="http://schemas.microsoft.com/office/drawing/2014/main" id="{EBE3572E-0EC2-4511-9392-0BA443FBB04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444" r="444"/>
          <a:stretch>
            <a:fillRect/>
          </a:stretch>
        </p:blipFill>
        <p:spPr/>
      </p:pic>
      <p:pic>
        <p:nvPicPr>
          <p:cNvPr id="13" name="Picture Placeholder 12" descr="A person posing for the camera&#10;&#10;Description automatically generated">
            <a:extLst>
              <a:ext uri="{FF2B5EF4-FFF2-40B4-BE49-F238E27FC236}">
                <a16:creationId xmlns:a16="http://schemas.microsoft.com/office/drawing/2014/main" id="{D498B8A5-B018-4B6D-9A1E-AA3760F05F5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711" b="98047" l="195" r="99219">
                        <a14:foregroundMark x1="19922" y1="36133" x2="19922" y2="36133"/>
                        <a14:foregroundMark x1="27344" y1="31641" x2="27344" y2="31641"/>
                        <a14:foregroundMark x1="40039" y1="18750" x2="40039" y2="18750"/>
                        <a14:foregroundMark x1="65625" y1="16406" x2="47070" y2="14648"/>
                        <a14:foregroundMark x1="53516" y1="24609" x2="16992" y2="46680"/>
                        <a14:foregroundMark x1="16992" y1="46680" x2="14648" y2="24219"/>
                        <a14:foregroundMark x1="14648" y1="24219" x2="27734" y2="8984"/>
                        <a14:foregroundMark x1="27734" y1="8984" x2="46875" y2="3711"/>
                        <a14:foregroundMark x1="46875" y1="3711" x2="65625" y2="10938"/>
                        <a14:foregroundMark x1="65625" y1="10938" x2="80078" y2="29492"/>
                        <a14:foregroundMark x1="80078" y1="29492" x2="73828" y2="48438"/>
                        <a14:foregroundMark x1="73828" y1="48438" x2="73828" y2="51953"/>
                        <a14:foregroundMark x1="781" y1="91992" x2="21680" y2="85547"/>
                        <a14:foregroundMark x1="21680" y1="85547" x2="44922" y2="91406"/>
                        <a14:foregroundMark x1="44922" y1="91406" x2="62109" y2="82422"/>
                        <a14:foregroundMark x1="94003" y1="88130" x2="99219" y2="89063"/>
                        <a14:foregroundMark x1="62109" y1="82422" x2="91824" y2="87740"/>
                        <a14:foregroundMark x1="781" y1="91406" x2="45313" y2="91992"/>
                        <a14:foregroundMark x1="45313" y1="91992" x2="65625" y2="90234"/>
                        <a14:foregroundMark x1="65625" y1="90234" x2="92383" y2="93555"/>
                        <a14:foregroundMark x1="96480" y1="70754" x2="96704" y2="69505"/>
                        <a14:foregroundMark x1="92383" y1="93555" x2="94331" y2="82715"/>
                        <a14:foregroundMark x1="94480" y1="87712" x2="94336" y2="88867"/>
                        <a14:foregroundMark x1="96779" y1="69325" x2="96564" y2="71049"/>
                        <a14:foregroundMark x1="94336" y1="88867" x2="96875" y2="98242"/>
                        <a14:foregroundMark x1="195" y1="92578" x2="5273" y2="91406"/>
                        <a14:backgroundMark x1="91211" y1="73242" x2="91797" y2="72852"/>
                        <a14:backgroundMark x1="94727" y1="76758" x2="94727" y2="76758"/>
                        <a14:backgroundMark x1="94727" y1="76758" x2="95313" y2="82617"/>
                        <a14:backgroundMark x1="95313" y1="82617" x2="90625" y2="86719"/>
                        <a14:backgroundMark x1="94727" y1="72266" x2="96289" y2="70508"/>
                        <a14:backgroundMark x1="90625" y1="62305" x2="95898" y2="80859"/>
                        <a14:backgroundMark x1="95898" y1="80859" x2="94922" y2="60742"/>
                        <a14:backgroundMark x1="94922" y1="60742" x2="88867" y2="60547"/>
                      </a14:backgroundRemoval>
                    </a14:imgEffect>
                  </a14:imgLayer>
                </a14:imgProps>
              </a:ext>
            </a:extLst>
          </a:blip>
          <a:srcRect l="32" r="32"/>
          <a:stretch>
            <a:fillRect/>
          </a:stretch>
        </p:blipFill>
        <p:spPr/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470B7AA-341E-4B1F-B420-DC3222F47501}"/>
              </a:ext>
            </a:extLst>
          </p:cNvPr>
          <p:cNvSpPr txBox="1"/>
          <p:nvPr/>
        </p:nvSpPr>
        <p:spPr>
          <a:xfrm>
            <a:off x="1756229" y="4179375"/>
            <a:ext cx="21068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Amaid Zia</a:t>
            </a:r>
            <a:endParaRPr lang="en-US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CD9E57-4ACF-4562-A668-9DDE1E01DE1A}"/>
              </a:ext>
            </a:extLst>
          </p:cNvPr>
          <p:cNvSpPr txBox="1"/>
          <p:nvPr/>
        </p:nvSpPr>
        <p:spPr>
          <a:xfrm>
            <a:off x="4764757" y="4188881"/>
            <a:ext cx="27412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Dr. </a:t>
            </a:r>
            <a:r>
              <a:rPr lang="en-US" sz="2800" b="1" dirty="0" err="1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Faizan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Ahmad</a:t>
            </a:r>
            <a:endParaRPr lang="en-US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719EE2-3BC9-43AC-BF31-41857BF4DD8F}"/>
              </a:ext>
            </a:extLst>
          </p:cNvPr>
          <p:cNvSpPr txBox="1"/>
          <p:nvPr/>
        </p:nvSpPr>
        <p:spPr>
          <a:xfrm>
            <a:off x="8553272" y="4157570"/>
            <a:ext cx="21068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Sara </a:t>
            </a:r>
            <a:r>
              <a:rPr lang="en-US" sz="2800" b="1" dirty="0" err="1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Muneeb</a:t>
            </a:r>
            <a:endParaRPr lang="en-US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36">
            <a:extLst>
              <a:ext uri="{FF2B5EF4-FFF2-40B4-BE49-F238E27FC236}">
                <a16:creationId xmlns:a16="http://schemas.microsoft.com/office/drawing/2014/main" id="{65753380-2228-42DC-A487-2BDF2746AA99}"/>
              </a:ext>
            </a:extLst>
          </p:cNvPr>
          <p:cNvSpPr/>
          <p:nvPr/>
        </p:nvSpPr>
        <p:spPr>
          <a:xfrm>
            <a:off x="148801" y="2844729"/>
            <a:ext cx="996871" cy="251166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36">
            <a:extLst>
              <a:ext uri="{FF2B5EF4-FFF2-40B4-BE49-F238E27FC236}">
                <a16:creationId xmlns:a16="http://schemas.microsoft.com/office/drawing/2014/main" id="{8005770B-D03E-4413-B872-258FF0468E23}"/>
              </a:ext>
            </a:extLst>
          </p:cNvPr>
          <p:cNvSpPr/>
          <p:nvPr/>
        </p:nvSpPr>
        <p:spPr>
          <a:xfrm>
            <a:off x="11072884" y="2861989"/>
            <a:ext cx="996871" cy="251166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36">
            <a:extLst>
              <a:ext uri="{FF2B5EF4-FFF2-40B4-BE49-F238E27FC236}">
                <a16:creationId xmlns:a16="http://schemas.microsoft.com/office/drawing/2014/main" id="{F08089B1-4AEC-4406-8E04-0E288188087E}"/>
              </a:ext>
            </a:extLst>
          </p:cNvPr>
          <p:cNvSpPr/>
          <p:nvPr/>
        </p:nvSpPr>
        <p:spPr>
          <a:xfrm>
            <a:off x="4184655" y="2820378"/>
            <a:ext cx="548640" cy="292777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36">
            <a:extLst>
              <a:ext uri="{FF2B5EF4-FFF2-40B4-BE49-F238E27FC236}">
                <a16:creationId xmlns:a16="http://schemas.microsoft.com/office/drawing/2014/main" id="{13A46286-A6BA-4842-ACC0-E9EEBC0E3894}"/>
              </a:ext>
            </a:extLst>
          </p:cNvPr>
          <p:cNvSpPr/>
          <p:nvPr/>
        </p:nvSpPr>
        <p:spPr>
          <a:xfrm>
            <a:off x="7583177" y="2783610"/>
            <a:ext cx="548640" cy="292777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5828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2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9DD6B-C3D7-411E-BE04-80C3C3294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31939-21E5-4EF9-943B-0F382159D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39E875D-A91D-4876-B6BF-98740DEDA853}"/>
              </a:ext>
            </a:extLst>
          </p:cNvPr>
          <p:cNvGrpSpPr/>
          <p:nvPr/>
        </p:nvGrpSpPr>
        <p:grpSpPr>
          <a:xfrm>
            <a:off x="2302633" y="1723721"/>
            <a:ext cx="5158242" cy="1107673"/>
            <a:chOff x="6569833" y="2388649"/>
            <a:chExt cx="5158242" cy="110767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B2BE439-2844-4DDD-A8FE-738064D531FC}"/>
                </a:ext>
              </a:extLst>
            </p:cNvPr>
            <p:cNvSpPr txBox="1"/>
            <p:nvPr/>
          </p:nvSpPr>
          <p:spPr>
            <a:xfrm>
              <a:off x="7911884" y="2388649"/>
              <a:ext cx="38161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 Overview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4AE580-E9F3-42E3-ADA6-922F942A9803}"/>
                </a:ext>
              </a:extLst>
            </p:cNvPr>
            <p:cNvSpPr txBox="1"/>
            <p:nvPr/>
          </p:nvSpPr>
          <p:spPr>
            <a:xfrm>
              <a:off x="7911884" y="2768358"/>
              <a:ext cx="3816191" cy="677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sz="16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Learning Resources ,  Submissions , Marks Allocation etc. 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B0B8B11-11BC-4CB5-9D2F-9DC9899D7B56}"/>
                </a:ext>
              </a:extLst>
            </p:cNvPr>
            <p:cNvSpPr/>
            <p:nvPr/>
          </p:nvSpPr>
          <p:spPr>
            <a:xfrm>
              <a:off x="6569833" y="2441437"/>
              <a:ext cx="1054885" cy="105488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Arial Black" panose="020B0A04020102020204" pitchFamily="34" charset="0"/>
                </a:rPr>
                <a:t>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4FF9226-DAFE-46DA-ABC8-C35F6FDB9505}"/>
              </a:ext>
            </a:extLst>
          </p:cNvPr>
          <p:cNvGrpSpPr/>
          <p:nvPr/>
        </p:nvGrpSpPr>
        <p:grpSpPr>
          <a:xfrm>
            <a:off x="2302633" y="3818462"/>
            <a:ext cx="5158242" cy="1107673"/>
            <a:chOff x="6569833" y="2388649"/>
            <a:chExt cx="5158242" cy="110767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EB74F09-3C7E-4C79-AF8A-3AA534D25CDA}"/>
                </a:ext>
              </a:extLst>
            </p:cNvPr>
            <p:cNvSpPr txBox="1"/>
            <p:nvPr/>
          </p:nvSpPr>
          <p:spPr>
            <a:xfrm>
              <a:off x="7911884" y="2388649"/>
              <a:ext cx="38161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 to HCI process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FF85025-ADE1-4710-BE5C-896066CCBAC4}"/>
                </a:ext>
              </a:extLst>
            </p:cNvPr>
            <p:cNvSpPr txBox="1"/>
            <p:nvPr/>
          </p:nvSpPr>
          <p:spPr>
            <a:xfrm>
              <a:off x="7911884" y="2768358"/>
              <a:ext cx="3816191" cy="677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sz="16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Motivation , Basic design process , Course Roadmap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5BA4050-1961-4EB2-BEED-BDFD9766CE29}"/>
                </a:ext>
              </a:extLst>
            </p:cNvPr>
            <p:cNvSpPr/>
            <p:nvPr/>
          </p:nvSpPr>
          <p:spPr>
            <a:xfrm>
              <a:off x="6569833" y="2441437"/>
              <a:ext cx="1054885" cy="105488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Arial Black" panose="020B0A04020102020204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38626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A0B11-E78F-4240-BF32-D8828346B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Marks Scheme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461CB-B0FD-401A-9800-8A6A817A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22E1D-09F2-4F33-A103-4F0637717015}"/>
              </a:ext>
            </a:extLst>
          </p:cNvPr>
          <p:cNvSpPr txBox="1"/>
          <p:nvPr/>
        </p:nvSpPr>
        <p:spPr>
          <a:xfrm>
            <a:off x="2612571" y="1351224"/>
            <a:ext cx="3120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Sessional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80243-BE52-4E87-AD5D-779E15360D45}"/>
              </a:ext>
            </a:extLst>
          </p:cNvPr>
          <p:cNvSpPr txBox="1"/>
          <p:nvPr/>
        </p:nvSpPr>
        <p:spPr>
          <a:xfrm>
            <a:off x="5232400" y="1351223"/>
            <a:ext cx="157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10 %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897C4F-DD7D-4D75-BF28-7621053C0F02}"/>
              </a:ext>
            </a:extLst>
          </p:cNvPr>
          <p:cNvSpPr txBox="1"/>
          <p:nvPr/>
        </p:nvSpPr>
        <p:spPr>
          <a:xfrm>
            <a:off x="2612571" y="2000178"/>
            <a:ext cx="3120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Sessional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270C61-B23E-4138-BFB7-ECE3C2589BB3}"/>
              </a:ext>
            </a:extLst>
          </p:cNvPr>
          <p:cNvSpPr txBox="1"/>
          <p:nvPr/>
        </p:nvSpPr>
        <p:spPr>
          <a:xfrm>
            <a:off x="5232400" y="2000177"/>
            <a:ext cx="157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15 %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FE2ECC-C4D2-4FF6-A41B-C243248E55AD}"/>
              </a:ext>
            </a:extLst>
          </p:cNvPr>
          <p:cNvSpPr txBox="1"/>
          <p:nvPr/>
        </p:nvSpPr>
        <p:spPr>
          <a:xfrm>
            <a:off x="2612571" y="2649132"/>
            <a:ext cx="3120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Terminal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7A2CBF-B79E-4BDC-8074-87CFCD658876}"/>
              </a:ext>
            </a:extLst>
          </p:cNvPr>
          <p:cNvSpPr txBox="1"/>
          <p:nvPr/>
        </p:nvSpPr>
        <p:spPr>
          <a:xfrm>
            <a:off x="5232400" y="2649131"/>
            <a:ext cx="157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50 %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93ED3-2B57-499B-8BB7-6A83AFD2040F}"/>
              </a:ext>
            </a:extLst>
          </p:cNvPr>
          <p:cNvSpPr txBox="1"/>
          <p:nvPr/>
        </p:nvSpPr>
        <p:spPr>
          <a:xfrm>
            <a:off x="2612571" y="3298086"/>
            <a:ext cx="3120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4xQuizzes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B5EF55-6005-4608-BBD6-CF94E38EE17B}"/>
              </a:ext>
            </a:extLst>
          </p:cNvPr>
          <p:cNvSpPr txBox="1"/>
          <p:nvPr/>
        </p:nvSpPr>
        <p:spPr>
          <a:xfrm>
            <a:off x="5232400" y="3298085"/>
            <a:ext cx="157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15 %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806F91-DEA2-4F5C-9C1C-0E2E9E7ADF39}"/>
              </a:ext>
            </a:extLst>
          </p:cNvPr>
          <p:cNvSpPr txBox="1"/>
          <p:nvPr/>
        </p:nvSpPr>
        <p:spPr>
          <a:xfrm>
            <a:off x="2612571" y="3947040"/>
            <a:ext cx="3120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4xAssign.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FB59FA-9CB4-43A7-9555-726B4B05BE95}"/>
              </a:ext>
            </a:extLst>
          </p:cNvPr>
          <p:cNvSpPr txBox="1"/>
          <p:nvPr/>
        </p:nvSpPr>
        <p:spPr>
          <a:xfrm>
            <a:off x="5232400" y="3947039"/>
            <a:ext cx="157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10 %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C68CCE-C185-4014-9026-A1E06757978C}"/>
              </a:ext>
            </a:extLst>
          </p:cNvPr>
          <p:cNvCxnSpPr/>
          <p:nvPr/>
        </p:nvCxnSpPr>
        <p:spPr>
          <a:xfrm>
            <a:off x="4673600" y="1117600"/>
            <a:ext cx="0" cy="4093029"/>
          </a:xfrm>
          <a:prstGeom prst="line">
            <a:avLst/>
          </a:prstGeom>
          <a:ln w="57150">
            <a:solidFill>
              <a:srgbClr val="FF005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67421A-7D8E-465F-8AFD-1FAF894217AC}"/>
              </a:ext>
            </a:extLst>
          </p:cNvPr>
          <p:cNvCxnSpPr/>
          <p:nvPr/>
        </p:nvCxnSpPr>
        <p:spPr>
          <a:xfrm>
            <a:off x="2220686" y="1856431"/>
            <a:ext cx="4731657" cy="0"/>
          </a:xfrm>
          <a:prstGeom prst="line">
            <a:avLst/>
          </a:prstGeom>
          <a:ln w="57150">
            <a:solidFill>
              <a:srgbClr val="FF005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C5FEFE-9DC6-4B6E-8394-60B81134B276}"/>
              </a:ext>
            </a:extLst>
          </p:cNvPr>
          <p:cNvCxnSpPr/>
          <p:nvPr/>
        </p:nvCxnSpPr>
        <p:spPr>
          <a:xfrm>
            <a:off x="2220686" y="2511245"/>
            <a:ext cx="4731657" cy="0"/>
          </a:xfrm>
          <a:prstGeom prst="line">
            <a:avLst/>
          </a:prstGeom>
          <a:ln w="57150">
            <a:solidFill>
              <a:srgbClr val="FF005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9BCF051-73FA-44E5-A91E-9C059D55D19A}"/>
              </a:ext>
            </a:extLst>
          </p:cNvPr>
          <p:cNvCxnSpPr/>
          <p:nvPr/>
        </p:nvCxnSpPr>
        <p:spPr>
          <a:xfrm>
            <a:off x="2220686" y="3166059"/>
            <a:ext cx="4731657" cy="0"/>
          </a:xfrm>
          <a:prstGeom prst="line">
            <a:avLst/>
          </a:prstGeom>
          <a:ln w="57150">
            <a:solidFill>
              <a:srgbClr val="FF005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9DCD2B0-D73E-48CB-86F4-F6EFE548E67B}"/>
              </a:ext>
            </a:extLst>
          </p:cNvPr>
          <p:cNvCxnSpPr/>
          <p:nvPr/>
        </p:nvCxnSpPr>
        <p:spPr>
          <a:xfrm>
            <a:off x="2220686" y="3820873"/>
            <a:ext cx="4731657" cy="0"/>
          </a:xfrm>
          <a:prstGeom prst="line">
            <a:avLst/>
          </a:prstGeom>
          <a:ln w="57150">
            <a:solidFill>
              <a:srgbClr val="FF005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69404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Book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58020" y="1828809"/>
            <a:ext cx="95332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5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No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one </a:t>
            </a:r>
          </a:p>
          <a:p>
            <a:pPr algn="ctr"/>
            <a:r>
              <a:rPr lang="en-US" sz="4000" dirty="0">
                <a:solidFill>
                  <a:srgbClr val="FF005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fixed </a:t>
            </a:r>
          </a:p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en-US" sz="4000" dirty="0">
                <a:solidFill>
                  <a:srgbClr val="FF005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Book</a:t>
            </a:r>
          </a:p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We’ll be using </a:t>
            </a:r>
          </a:p>
          <a:p>
            <a:pPr algn="ctr"/>
            <a:r>
              <a:rPr lang="en-US" sz="4000" dirty="0">
                <a:solidFill>
                  <a:srgbClr val="FF005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Multiple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13634180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Book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474" y="1683943"/>
            <a:ext cx="2056842" cy="3200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387" y="1683943"/>
            <a:ext cx="2539093" cy="3200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550" y="1683943"/>
            <a:ext cx="256032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6863" y="5088048"/>
            <a:ext cx="52510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5B"/>
                </a:solidFill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94382" y="5055782"/>
            <a:ext cx="52510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5B"/>
                </a:solidFill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2159" y="5088048"/>
            <a:ext cx="52510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5B"/>
                </a:solidFill>
                <a:latin typeface="Arial Black" panose="020B0A040201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3021976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61315" y="1812257"/>
            <a:ext cx="15753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945080"/>
              </p:ext>
            </p:extLst>
          </p:nvPr>
        </p:nvGraphicFramePr>
        <p:xfrm>
          <a:off x="297270" y="1812257"/>
          <a:ext cx="2761979" cy="4259469"/>
        </p:xfrm>
        <a:graphic>
          <a:graphicData uri="http://schemas.openxmlformats.org/drawingml/2006/table">
            <a:tbl>
              <a:tblPr/>
              <a:tblGrid>
                <a:gridCol w="2761979">
                  <a:extLst>
                    <a:ext uri="{9D8B030D-6E8A-4147-A177-3AD203B41FA5}">
                      <a16:colId xmlns:a16="http://schemas.microsoft.com/office/drawing/2014/main" val="3216844049"/>
                    </a:ext>
                  </a:extLst>
                </a:gridCol>
              </a:tblGrid>
              <a:tr h="790606">
                <a:tc>
                  <a:txBody>
                    <a:bodyPr/>
                    <a:lstStyle/>
                    <a:p>
                      <a:pPr algn="just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Class Overview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Noto Sans Symbols"/>
                      </a:endParaRPr>
                    </a:p>
                    <a:p>
                      <a:pPr algn="just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Introduction about HCI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Noto Sans Symbols"/>
                      </a:endParaRPr>
                    </a:p>
                    <a:p>
                      <a:pPr algn="just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HCI defined, topics in HCI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Noto Sans Symbols"/>
                      </a:endParaRPr>
                    </a:p>
                  </a:txBody>
                  <a:tcPr marL="48618" marR="48618" marT="24309" marB="2430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633679"/>
                  </a:ext>
                </a:extLst>
              </a:tr>
              <a:tr h="548523">
                <a:tc>
                  <a:txBody>
                    <a:bodyPr/>
                    <a:lstStyle/>
                    <a:p>
                      <a:pPr marL="171450" indent="-171450"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psychopathology of everyday things</a:t>
                      </a:r>
                      <a:endParaRPr lang="en-US" sz="1200" dirty="0">
                        <a:effectLst/>
                      </a:endParaRPr>
                    </a:p>
                  </a:txBody>
                  <a:tcPr marL="48618" marR="48618" marT="24309" marB="2430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647022"/>
                  </a:ext>
                </a:extLst>
              </a:tr>
              <a:tr h="548523">
                <a:tc>
                  <a:txBody>
                    <a:bodyPr/>
                    <a:lstStyle/>
                    <a:p>
                      <a:pPr marL="171450" indent="-171450"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psychology of everyday things</a:t>
                      </a:r>
                      <a:endParaRPr lang="en-US" sz="1200" dirty="0">
                        <a:effectLst/>
                      </a:endParaRPr>
                    </a:p>
                    <a:p>
                      <a:pPr marL="171450" indent="-171450"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Structure of human memory </a:t>
                      </a:r>
                      <a:endParaRPr lang="en-US" sz="1200" dirty="0">
                        <a:effectLst/>
                      </a:endParaRPr>
                    </a:p>
                  </a:txBody>
                  <a:tcPr marL="48618" marR="48618" marT="24309" marB="2430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9417566"/>
                  </a:ext>
                </a:extLst>
              </a:tr>
              <a:tr h="790606">
                <a:tc>
                  <a:txBody>
                    <a:bodyPr/>
                    <a:lstStyle/>
                    <a:p>
                      <a:pPr marL="171450" indent="-171450"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 Err is Human </a:t>
                      </a:r>
                      <a:endParaRPr lang="en-US" sz="1200" dirty="0">
                        <a:effectLst/>
                      </a:endParaRPr>
                    </a:p>
                    <a:p>
                      <a:pPr marL="171450" indent="-171450"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Conceptual Model, Psychopathology of computers </a:t>
                      </a:r>
                      <a:endParaRPr lang="en-US" sz="1200" dirty="0">
                        <a:effectLst/>
                      </a:endParaRPr>
                    </a:p>
                  </a:txBody>
                  <a:tcPr marL="48618" marR="48618" marT="24309" marB="2430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0897077"/>
                  </a:ext>
                </a:extLst>
              </a:tr>
              <a:tr h="1274771">
                <a:tc>
                  <a:txBody>
                    <a:bodyPr/>
                    <a:lstStyle/>
                    <a:p>
                      <a:pPr marL="171450" indent="-171450"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Interfaces hall of shame, user centered vs. system centered design </a:t>
                      </a:r>
                      <a:endParaRPr lang="en-US" sz="1200" dirty="0">
                        <a:effectLst/>
                      </a:endParaRPr>
                    </a:p>
                    <a:p>
                      <a:pPr marL="171450" indent="-171450"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Usability and Usability Engineering </a:t>
                      </a:r>
                      <a:endParaRPr lang="en-US" sz="1200" dirty="0">
                        <a:effectLst/>
                      </a:endParaRPr>
                    </a:p>
                  </a:txBody>
                  <a:tcPr marL="48618" marR="48618" marT="24309" marB="2430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18425"/>
                  </a:ext>
                </a:extLst>
              </a:tr>
              <a:tr h="306440">
                <a:tc>
                  <a:txBody>
                    <a:bodyPr/>
                    <a:lstStyle/>
                    <a:p>
                      <a:pPr marL="171450" indent="-171450"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Know the User </a:t>
                      </a:r>
                      <a:endParaRPr lang="en-US" sz="1200" dirty="0">
                        <a:effectLst/>
                      </a:endParaRPr>
                    </a:p>
                  </a:txBody>
                  <a:tcPr marL="48618" marR="48618" marT="24309" marB="2430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953993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411788" y="17351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509327"/>
              </p:ext>
            </p:extLst>
          </p:nvPr>
        </p:nvGraphicFramePr>
        <p:xfrm>
          <a:off x="4497804" y="1812257"/>
          <a:ext cx="2614196" cy="2986290"/>
        </p:xfrm>
        <a:graphic>
          <a:graphicData uri="http://schemas.openxmlformats.org/drawingml/2006/table">
            <a:tbl>
              <a:tblPr/>
              <a:tblGrid>
                <a:gridCol w="2614196">
                  <a:extLst>
                    <a:ext uri="{9D8B030D-6E8A-4147-A177-3AD203B41FA5}">
                      <a16:colId xmlns:a16="http://schemas.microsoft.com/office/drawing/2014/main" val="2862286547"/>
                    </a:ext>
                  </a:extLst>
                </a:gridCol>
              </a:tblGrid>
              <a:tr h="316019">
                <a:tc>
                  <a:txBody>
                    <a:bodyPr/>
                    <a:lstStyle/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Know the User (Qualitative research methods)</a:t>
                      </a:r>
                    </a:p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Know the User (Ethnographic interviews)</a:t>
                      </a:r>
                    </a:p>
                  </a:txBody>
                  <a:tcPr marL="48618" marR="48618" marT="24309" marB="2430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463660"/>
                  </a:ext>
                </a:extLst>
              </a:tr>
              <a:tr h="226885">
                <a:tc>
                  <a:txBody>
                    <a:bodyPr/>
                    <a:lstStyle/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Usability benchmarking</a:t>
                      </a:r>
                    </a:p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Personas</a:t>
                      </a:r>
                    </a:p>
                  </a:txBody>
                  <a:tcPr marL="48618" marR="48618" marT="24309" marB="2430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11538"/>
                  </a:ext>
                </a:extLst>
              </a:tr>
              <a:tr h="226885">
                <a:tc>
                  <a:txBody>
                    <a:bodyPr/>
                    <a:lstStyle/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Defining Scenarios for Personas</a:t>
                      </a:r>
                    </a:p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Prototyping</a:t>
                      </a:r>
                    </a:p>
                  </a:txBody>
                  <a:tcPr marL="48618" marR="48618" marT="24309" marB="2430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591627"/>
                  </a:ext>
                </a:extLst>
              </a:tr>
              <a:tr h="405153">
                <a:tc>
                  <a:txBody>
                    <a:bodyPr/>
                    <a:lstStyle/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Heuristics Evaluation</a:t>
                      </a:r>
                    </a:p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Cognitive Walk-through, Guideline checking, Action Analysis, Guideline Scoring</a:t>
                      </a:r>
                    </a:p>
                  </a:txBody>
                  <a:tcPr marL="48618" marR="48618" marT="24309" marB="2430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772649"/>
                  </a:ext>
                </a:extLst>
              </a:tr>
              <a:tr h="316019">
                <a:tc>
                  <a:txBody>
                    <a:bodyPr/>
                    <a:lstStyle/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A/B testing, usage studies, query techniques</a:t>
                      </a:r>
                    </a:p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Usability in practice</a:t>
                      </a:r>
                    </a:p>
                  </a:txBody>
                  <a:tcPr marL="48618" marR="48618" marT="24309" marB="2430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1475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721283"/>
              </p:ext>
            </p:extLst>
          </p:nvPr>
        </p:nvGraphicFramePr>
        <p:xfrm>
          <a:off x="9055099" y="1812257"/>
          <a:ext cx="2431473" cy="1840392"/>
        </p:xfrm>
        <a:graphic>
          <a:graphicData uri="http://schemas.openxmlformats.org/drawingml/2006/table">
            <a:tbl>
              <a:tblPr/>
              <a:tblGrid>
                <a:gridCol w="2431473">
                  <a:extLst>
                    <a:ext uri="{9D8B030D-6E8A-4147-A177-3AD203B41FA5}">
                      <a16:colId xmlns:a16="http://schemas.microsoft.com/office/drawing/2014/main" val="1834338374"/>
                    </a:ext>
                  </a:extLst>
                </a:gridCol>
              </a:tblGrid>
              <a:tr h="226885">
                <a:tc>
                  <a:txBody>
                    <a:bodyPr/>
                    <a:lstStyle/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Web Usability</a:t>
                      </a:r>
                    </a:p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Mobile Applications Usability</a:t>
                      </a:r>
                    </a:p>
                  </a:txBody>
                  <a:tcPr marL="48618" marR="48618" marT="24309" marB="2430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65047"/>
                  </a:ext>
                </a:extLst>
              </a:tr>
              <a:tr h="316019">
                <a:tc>
                  <a:txBody>
                    <a:bodyPr/>
                    <a:lstStyle/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Typography, Icon design</a:t>
                      </a:r>
                    </a:p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Grids and Alignments</a:t>
                      </a:r>
                    </a:p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Project Presentations</a:t>
                      </a:r>
                    </a:p>
                  </a:txBody>
                  <a:tcPr marL="48618" marR="48618" marT="24309" marB="2430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506128"/>
                  </a:ext>
                </a:extLst>
              </a:tr>
              <a:tr h="226885">
                <a:tc>
                  <a:txBody>
                    <a:bodyPr/>
                    <a:lstStyle/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Reading and Navigating</a:t>
                      </a:r>
                    </a:p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Project Presentations</a:t>
                      </a:r>
                    </a:p>
                  </a:txBody>
                  <a:tcPr marL="48618" marR="48618" marT="24309" marB="2430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1689261"/>
                  </a:ext>
                </a:extLst>
              </a:tr>
              <a:tr h="226885">
                <a:tc>
                  <a:txBody>
                    <a:bodyPr/>
                    <a:lstStyle/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History of HCI</a:t>
                      </a:r>
                    </a:p>
                    <a:p>
                      <a:pPr marL="171450" indent="-171450" algn="just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Project Presentations</a:t>
                      </a:r>
                    </a:p>
                  </a:txBody>
                  <a:tcPr marL="48618" marR="48618" marT="24309" marB="2430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006939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47168" y="1365806"/>
            <a:ext cx="1062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Till </a:t>
            </a:r>
            <a:r>
              <a:rPr lang="en-US" dirty="0">
                <a:solidFill>
                  <a:srgbClr val="FF005B"/>
                </a:solidFill>
                <a:latin typeface="Arial Black" panose="020B0A04020102020204" pitchFamily="34" charset="0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3811" y="1327247"/>
            <a:ext cx="1062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Till </a:t>
            </a:r>
            <a:r>
              <a:rPr lang="en-US" dirty="0">
                <a:solidFill>
                  <a:srgbClr val="FF005B"/>
                </a:solidFill>
                <a:latin typeface="Arial Black" panose="020B0A04020102020204" pitchFamily="34" charset="0"/>
              </a:rPr>
              <a:t>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0453" y="1288688"/>
            <a:ext cx="1646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Till </a:t>
            </a:r>
            <a:r>
              <a:rPr lang="en-US" dirty="0">
                <a:solidFill>
                  <a:srgbClr val="FF005B"/>
                </a:solidFill>
                <a:latin typeface="Arial Black" panose="020B0A04020102020204" pitchFamily="34" charset="0"/>
              </a:rPr>
              <a:t>Terminal</a:t>
            </a:r>
          </a:p>
        </p:txBody>
      </p:sp>
    </p:spTree>
    <p:extLst>
      <p:ext uri="{BB962C8B-B14F-4D97-AF65-F5344CB8AC3E}">
        <p14:creationId xmlns:p14="http://schemas.microsoft.com/office/powerpoint/2010/main" val="1312563477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083" y="3211704"/>
            <a:ext cx="11264152" cy="547274"/>
          </a:xfrm>
        </p:spPr>
        <p:txBody>
          <a:bodyPr/>
          <a:lstStyle/>
          <a:p>
            <a:pPr algn="ctr"/>
            <a:r>
              <a:rPr lang="en-US" dirty="0"/>
              <a:t>Overview Of HCI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97863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171325" y="4897922"/>
            <a:ext cx="7505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What Is H.C.I  </a:t>
            </a:r>
          </a:p>
        </p:txBody>
      </p:sp>
      <p:pic>
        <p:nvPicPr>
          <p:cNvPr id="2050" name="Picture 2" descr="Question mark | Free Icon"/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704" y="1255839"/>
            <a:ext cx="3230421" cy="3230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941866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59842" y="792178"/>
            <a:ext cx="650135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0" dirty="0">
                <a:solidFill>
                  <a:srgbClr val="191B0E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“</a:t>
            </a:r>
            <a:r>
              <a:rPr lang="en-US" dirty="0">
                <a:solidFill>
                  <a:srgbClr val="191B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Human-computer interaction is a discipline concerned with the </a:t>
            </a:r>
            <a:r>
              <a:rPr lang="en-US" dirty="0">
                <a:solidFill>
                  <a:srgbClr val="FF005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design</a:t>
            </a:r>
            <a:r>
              <a:rPr lang="en-US" dirty="0">
                <a:solidFill>
                  <a:srgbClr val="191B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FF005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evaluation</a:t>
            </a:r>
            <a:r>
              <a:rPr lang="en-US" dirty="0">
                <a:solidFill>
                  <a:srgbClr val="191B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dirty="0">
                <a:solidFill>
                  <a:srgbClr val="FF005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implementation</a:t>
            </a:r>
            <a:r>
              <a:rPr lang="en-US" dirty="0">
                <a:solidFill>
                  <a:srgbClr val="191B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interactive computing systems for </a:t>
            </a:r>
            <a:r>
              <a:rPr lang="en-US" dirty="0">
                <a:solidFill>
                  <a:srgbClr val="FF005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human use</a:t>
            </a:r>
            <a:r>
              <a:rPr lang="en-US" dirty="0">
                <a:solidFill>
                  <a:srgbClr val="191B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with the study of major phenomena surrounding them.</a:t>
            </a:r>
          </a:p>
          <a:p>
            <a:pPr algn="just">
              <a:spcBef>
                <a:spcPts val="1200"/>
              </a:spcBef>
            </a:pPr>
            <a:endParaRPr lang="en-US" dirty="0">
              <a:solidFill>
                <a:srgbClr val="191B0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</a:pPr>
            <a:r>
              <a:rPr lang="en-US" dirty="0">
                <a:solidFill>
                  <a:srgbClr val="191B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</a:t>
            </a:r>
            <a:r>
              <a:rPr lang="en-US" sz="8000" dirty="0">
                <a:solidFill>
                  <a:srgbClr val="191B0E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”</a:t>
            </a:r>
          </a:p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6120" y="5505255"/>
            <a:ext cx="959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91B0E"/>
                </a:solidFill>
                <a:latin typeface="Libre Franklin"/>
              </a:rPr>
              <a:t>Taken from: ACM SIGCHI Curricula for Human-Computer Interaction</a:t>
            </a:r>
            <a:endParaRPr lang="en-US" sz="1000" dirty="0"/>
          </a:p>
          <a:p>
            <a:pPr algn="ctr"/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2702348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Product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45969" y="2639507"/>
            <a:ext cx="10632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44365" y="2639507"/>
            <a:ext cx="10632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142761" y="2639507"/>
            <a:ext cx="10632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1157" y="2639507"/>
            <a:ext cx="10632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539553" y="2639507"/>
            <a:ext cx="10632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2857" y="2856323"/>
            <a:ext cx="986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Design</a:t>
            </a:r>
          </a:p>
          <a:p>
            <a:endParaRPr 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879001" y="2924269"/>
            <a:ext cx="488888" cy="172438"/>
            <a:chOff x="2879001" y="2924269"/>
            <a:chExt cx="488888" cy="172438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2879002" y="2924269"/>
              <a:ext cx="4888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>
              <a:off x="2879001" y="3096707"/>
              <a:ext cx="4888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4580728" y="2904231"/>
            <a:ext cx="488888" cy="172438"/>
            <a:chOff x="2879001" y="2924269"/>
            <a:chExt cx="488888" cy="172438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2879002" y="2924269"/>
              <a:ext cx="4888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2879001" y="3096707"/>
              <a:ext cx="4888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6282455" y="2884193"/>
            <a:ext cx="488888" cy="172438"/>
            <a:chOff x="2879001" y="2924269"/>
            <a:chExt cx="488888" cy="172438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2879002" y="2924269"/>
              <a:ext cx="4888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>
              <a:off x="2879001" y="3096707"/>
              <a:ext cx="4888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7984182" y="2864155"/>
            <a:ext cx="488888" cy="172438"/>
            <a:chOff x="2879001" y="2924269"/>
            <a:chExt cx="488888" cy="172438"/>
          </a:xfrm>
        </p:grpSpPr>
        <p:cxnSp>
          <p:nvCxnSpPr>
            <p:cNvPr id="22" name="Straight Arrow Connector 21"/>
            <p:cNvCxnSpPr/>
            <p:nvPr/>
          </p:nvCxnSpPr>
          <p:spPr>
            <a:xfrm>
              <a:off x="2879002" y="2924269"/>
              <a:ext cx="4888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>
              <a:off x="2879001" y="3096707"/>
              <a:ext cx="4888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4FDB741-6D2D-8845-F66D-C677760C8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712" y="362882"/>
            <a:ext cx="6886575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3677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286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286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Road-Map of HCI process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2969541" y="1846903"/>
            <a:ext cx="4327555" cy="1528118"/>
            <a:chOff x="2969541" y="1846903"/>
            <a:chExt cx="4327555" cy="1528118"/>
          </a:xfrm>
        </p:grpSpPr>
        <p:grpSp>
          <p:nvGrpSpPr>
            <p:cNvPr id="6" name="Group 5"/>
            <p:cNvGrpSpPr/>
            <p:nvPr/>
          </p:nvGrpSpPr>
          <p:grpSpPr>
            <a:xfrm>
              <a:off x="2969541" y="1846903"/>
              <a:ext cx="1213165" cy="1213165"/>
              <a:chOff x="1720162" y="1846903"/>
              <a:chExt cx="1213165" cy="1213165"/>
            </a:xfrm>
          </p:grpSpPr>
          <p:sp>
            <p:nvSpPr>
              <p:cNvPr id="4" name="Oval 3"/>
              <p:cNvSpPr/>
              <p:nvPr/>
            </p:nvSpPr>
            <p:spPr>
              <a:xfrm>
                <a:off x="1869544" y="1996285"/>
                <a:ext cx="914400" cy="914400"/>
              </a:xfrm>
              <a:prstGeom prst="ellipse">
                <a:avLst/>
              </a:prstGeom>
              <a:solidFill>
                <a:srgbClr val="FFD0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Arial Black" panose="020B0A04020102020204" pitchFamily="34" charset="0"/>
                  </a:rPr>
                  <a:t>1</a:t>
                </a:r>
              </a:p>
            </p:txBody>
          </p:sp>
          <p:sp>
            <p:nvSpPr>
              <p:cNvPr id="5" name="Oval 4"/>
              <p:cNvSpPr/>
              <p:nvPr/>
            </p:nvSpPr>
            <p:spPr>
              <a:xfrm>
                <a:off x="1720162" y="1846903"/>
                <a:ext cx="1213165" cy="121316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4327560" y="1923867"/>
              <a:ext cx="29695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FFD048"/>
                  </a:solidFill>
                  <a:latin typeface="Arial Black" panose="020B0A04020102020204" pitchFamily="34" charset="0"/>
                </a:rPr>
                <a:t>Research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27560" y="2544024"/>
              <a:ext cx="29695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Gather Information about users and domain</a:t>
              </a:r>
            </a:p>
            <a:p>
              <a:pPr marL="171450" indent="-171450">
                <a:buFontTx/>
                <a:buChar char="-"/>
              </a:pPr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Define goals and Scope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46D931-EF6D-4CD0-8363-287983E13916}"/>
              </a:ext>
            </a:extLst>
          </p:cNvPr>
          <p:cNvCxnSpPr>
            <a:stCxn id="5" idx="4"/>
          </p:cNvCxnSpPr>
          <p:nvPr/>
        </p:nvCxnSpPr>
        <p:spPr>
          <a:xfrm>
            <a:off x="3576124" y="3060068"/>
            <a:ext cx="8905" cy="3255939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0D563D4E-794C-4D74-B6A7-CEB1BE22D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5775" y="3458594"/>
            <a:ext cx="3012849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7596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D3151C-65DA-4CAA-ACC8-93A75D688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14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886CC4-DF63-44BD-A3F2-1DD84DC789E8}"/>
              </a:ext>
            </a:extLst>
          </p:cNvPr>
          <p:cNvCxnSpPr>
            <a:cxnSpLocks/>
          </p:cNvCxnSpPr>
          <p:nvPr/>
        </p:nvCxnSpPr>
        <p:spPr>
          <a:xfrm>
            <a:off x="3576124" y="-2441"/>
            <a:ext cx="0" cy="2237641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3E9A619-16B7-4B2E-9F38-11FD3A99BDF3}"/>
              </a:ext>
            </a:extLst>
          </p:cNvPr>
          <p:cNvGrpSpPr/>
          <p:nvPr/>
        </p:nvGrpSpPr>
        <p:grpSpPr>
          <a:xfrm>
            <a:off x="2969541" y="2224271"/>
            <a:ext cx="4327555" cy="1281896"/>
            <a:chOff x="2969541" y="1846903"/>
            <a:chExt cx="4327555" cy="128189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E78861A-431B-4243-9546-4C9E16D7469C}"/>
                </a:ext>
              </a:extLst>
            </p:cNvPr>
            <p:cNvGrpSpPr/>
            <p:nvPr/>
          </p:nvGrpSpPr>
          <p:grpSpPr>
            <a:xfrm>
              <a:off x="2969541" y="1846903"/>
              <a:ext cx="1213165" cy="1213165"/>
              <a:chOff x="1720162" y="1846903"/>
              <a:chExt cx="1213165" cy="1213165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69E9783-B3EC-4A7F-8BB2-AFA2FED04C9E}"/>
                  </a:ext>
                </a:extLst>
              </p:cNvPr>
              <p:cNvSpPr/>
              <p:nvPr/>
            </p:nvSpPr>
            <p:spPr>
              <a:xfrm>
                <a:off x="1869544" y="1996285"/>
                <a:ext cx="914400" cy="914400"/>
              </a:xfrm>
              <a:prstGeom prst="ellipse">
                <a:avLst/>
              </a:prstGeom>
              <a:solidFill>
                <a:srgbClr val="FF00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Arial Black" panose="020B0A040201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6370784-5A97-4C6D-8D94-793C1DE4C90C}"/>
                  </a:ext>
                </a:extLst>
              </p:cNvPr>
              <p:cNvSpPr/>
              <p:nvPr/>
            </p:nvSpPr>
            <p:spPr>
              <a:xfrm>
                <a:off x="1720162" y="1846903"/>
                <a:ext cx="1213165" cy="121316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6491E1-4AF1-4229-9079-63C27109E50A}"/>
                </a:ext>
              </a:extLst>
            </p:cNvPr>
            <p:cNvSpPr txBox="1"/>
            <p:nvPr/>
          </p:nvSpPr>
          <p:spPr>
            <a:xfrm>
              <a:off x="4327560" y="1923867"/>
              <a:ext cx="29695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FF005B"/>
                  </a:solidFill>
                  <a:latin typeface="Arial Black" panose="020B0A04020102020204" pitchFamily="34" charset="0"/>
                </a:rPr>
                <a:t>Modelling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56E188-CBF4-44B1-83F0-177AF53D5B6F}"/>
                </a:ext>
              </a:extLst>
            </p:cNvPr>
            <p:cNvSpPr txBox="1"/>
            <p:nvPr/>
          </p:nvSpPr>
          <p:spPr>
            <a:xfrm>
              <a:off x="4327560" y="2544024"/>
              <a:ext cx="29695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Types of users</a:t>
              </a:r>
            </a:p>
            <a:p>
              <a:pPr marL="171450" indent="-171450">
                <a:buFontTx/>
                <a:buChar char="-"/>
              </a:pPr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Workflow , environment etc.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8D54DB-8179-49C1-B5F2-A4D6C84DF5A8}"/>
              </a:ext>
            </a:extLst>
          </p:cNvPr>
          <p:cNvCxnSpPr>
            <a:cxnSpLocks/>
          </p:cNvCxnSpPr>
          <p:nvPr/>
        </p:nvCxnSpPr>
        <p:spPr>
          <a:xfrm>
            <a:off x="3576124" y="3448111"/>
            <a:ext cx="0" cy="2867896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EF0B2D3D-B147-464E-BFDC-4C109602A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5118" y="3806367"/>
            <a:ext cx="3932208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93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D3151C-65DA-4CAA-ACC8-93A75D688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15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886CC4-DF63-44BD-A3F2-1DD84DC789E8}"/>
              </a:ext>
            </a:extLst>
          </p:cNvPr>
          <p:cNvCxnSpPr>
            <a:cxnSpLocks/>
          </p:cNvCxnSpPr>
          <p:nvPr/>
        </p:nvCxnSpPr>
        <p:spPr>
          <a:xfrm>
            <a:off x="3576124" y="-2441"/>
            <a:ext cx="0" cy="2237641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3E9A619-16B7-4B2E-9F38-11FD3A99BDF3}"/>
              </a:ext>
            </a:extLst>
          </p:cNvPr>
          <p:cNvGrpSpPr/>
          <p:nvPr/>
        </p:nvGrpSpPr>
        <p:grpSpPr>
          <a:xfrm>
            <a:off x="2969541" y="2224271"/>
            <a:ext cx="6252918" cy="1281896"/>
            <a:chOff x="2969541" y="1846903"/>
            <a:chExt cx="6252918" cy="128189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E78861A-431B-4243-9546-4C9E16D7469C}"/>
                </a:ext>
              </a:extLst>
            </p:cNvPr>
            <p:cNvGrpSpPr/>
            <p:nvPr/>
          </p:nvGrpSpPr>
          <p:grpSpPr>
            <a:xfrm>
              <a:off x="2969541" y="1846903"/>
              <a:ext cx="1213165" cy="1213165"/>
              <a:chOff x="1720162" y="1846903"/>
              <a:chExt cx="1213165" cy="1213165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69E9783-B3EC-4A7F-8BB2-AFA2FED04C9E}"/>
                  </a:ext>
                </a:extLst>
              </p:cNvPr>
              <p:cNvSpPr/>
              <p:nvPr/>
            </p:nvSpPr>
            <p:spPr>
              <a:xfrm>
                <a:off x="1869544" y="1996285"/>
                <a:ext cx="914400" cy="914400"/>
              </a:xfrm>
              <a:prstGeom prst="ellipse">
                <a:avLst/>
              </a:prstGeom>
              <a:solidFill>
                <a:srgbClr val="00EE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Arial Black" panose="020B0A04020102020204" pitchFamily="34" charset="0"/>
                  </a:rPr>
                  <a:t>3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6370784-5A97-4C6D-8D94-793C1DE4C90C}"/>
                  </a:ext>
                </a:extLst>
              </p:cNvPr>
              <p:cNvSpPr/>
              <p:nvPr/>
            </p:nvSpPr>
            <p:spPr>
              <a:xfrm>
                <a:off x="1720162" y="1846903"/>
                <a:ext cx="1213165" cy="121316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6491E1-4AF1-4229-9079-63C27109E50A}"/>
                </a:ext>
              </a:extLst>
            </p:cNvPr>
            <p:cNvSpPr txBox="1"/>
            <p:nvPr/>
          </p:nvSpPr>
          <p:spPr>
            <a:xfrm>
              <a:off x="4327559" y="1923867"/>
              <a:ext cx="4894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00EEB3"/>
                  </a:solidFill>
                  <a:latin typeface="Arial Black" panose="020B0A04020102020204" pitchFamily="34" charset="0"/>
                </a:rPr>
                <a:t>Requirement Definition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56E188-CBF4-44B1-83F0-177AF53D5B6F}"/>
                </a:ext>
              </a:extLst>
            </p:cNvPr>
            <p:cNvSpPr txBox="1"/>
            <p:nvPr/>
          </p:nvSpPr>
          <p:spPr>
            <a:xfrm>
              <a:off x="4327560" y="2544024"/>
              <a:ext cx="29695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User experience Scenarios</a:t>
              </a:r>
            </a:p>
            <a:p>
              <a:pPr marL="171450" indent="-171450">
                <a:buFontTx/>
                <a:buChar char="-"/>
              </a:pPr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Extract Requirements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8D54DB-8179-49C1-B5F2-A4D6C84DF5A8}"/>
              </a:ext>
            </a:extLst>
          </p:cNvPr>
          <p:cNvCxnSpPr>
            <a:cxnSpLocks/>
          </p:cNvCxnSpPr>
          <p:nvPr/>
        </p:nvCxnSpPr>
        <p:spPr>
          <a:xfrm>
            <a:off x="3576124" y="3448111"/>
            <a:ext cx="0" cy="2867896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E7FAB3CD-A4B8-4117-BA9F-87A064C2E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2162" y="3739059"/>
            <a:ext cx="3316997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7953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D3151C-65DA-4CAA-ACC8-93A75D688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16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886CC4-DF63-44BD-A3F2-1DD84DC789E8}"/>
              </a:ext>
            </a:extLst>
          </p:cNvPr>
          <p:cNvCxnSpPr>
            <a:cxnSpLocks/>
          </p:cNvCxnSpPr>
          <p:nvPr/>
        </p:nvCxnSpPr>
        <p:spPr>
          <a:xfrm>
            <a:off x="3576124" y="-2441"/>
            <a:ext cx="0" cy="2237641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3E9A619-16B7-4B2E-9F38-11FD3A99BDF3}"/>
              </a:ext>
            </a:extLst>
          </p:cNvPr>
          <p:cNvGrpSpPr/>
          <p:nvPr/>
        </p:nvGrpSpPr>
        <p:grpSpPr>
          <a:xfrm>
            <a:off x="2969541" y="2224271"/>
            <a:ext cx="5390687" cy="1281896"/>
            <a:chOff x="2969541" y="1846903"/>
            <a:chExt cx="5390687" cy="128189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E78861A-431B-4243-9546-4C9E16D7469C}"/>
                </a:ext>
              </a:extLst>
            </p:cNvPr>
            <p:cNvGrpSpPr/>
            <p:nvPr/>
          </p:nvGrpSpPr>
          <p:grpSpPr>
            <a:xfrm>
              <a:off x="2969541" y="1846903"/>
              <a:ext cx="1213165" cy="1213165"/>
              <a:chOff x="1720162" y="1846903"/>
              <a:chExt cx="1213165" cy="1213165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69E9783-B3EC-4A7F-8BB2-AFA2FED04C9E}"/>
                  </a:ext>
                </a:extLst>
              </p:cNvPr>
              <p:cNvSpPr/>
              <p:nvPr/>
            </p:nvSpPr>
            <p:spPr>
              <a:xfrm>
                <a:off x="1869544" y="1996285"/>
                <a:ext cx="914400" cy="914400"/>
              </a:xfrm>
              <a:prstGeom prst="ellipse">
                <a:avLst/>
              </a:prstGeom>
              <a:solidFill>
                <a:srgbClr val="00C5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Arial Black" panose="020B0A04020102020204" pitchFamily="34" charset="0"/>
                  </a:rPr>
                  <a:t>4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6370784-5A97-4C6D-8D94-793C1DE4C90C}"/>
                  </a:ext>
                </a:extLst>
              </p:cNvPr>
              <p:cNvSpPr/>
              <p:nvPr/>
            </p:nvSpPr>
            <p:spPr>
              <a:xfrm>
                <a:off x="1720162" y="1846903"/>
                <a:ext cx="1213165" cy="121316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6491E1-4AF1-4229-9079-63C27109E50A}"/>
                </a:ext>
              </a:extLst>
            </p:cNvPr>
            <p:cNvSpPr txBox="1"/>
            <p:nvPr/>
          </p:nvSpPr>
          <p:spPr>
            <a:xfrm>
              <a:off x="4327559" y="1923867"/>
              <a:ext cx="40326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00C5D6"/>
                  </a:solidFill>
                  <a:latin typeface="Arial Black" panose="020B0A04020102020204" pitchFamily="34" charset="0"/>
                </a:rPr>
                <a:t>Design Framework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56E188-CBF4-44B1-83F0-177AF53D5B6F}"/>
                </a:ext>
              </a:extLst>
            </p:cNvPr>
            <p:cNvSpPr txBox="1"/>
            <p:nvPr/>
          </p:nvSpPr>
          <p:spPr>
            <a:xfrm>
              <a:off x="4327559" y="2544024"/>
              <a:ext cx="38004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Define Design Structure</a:t>
              </a:r>
            </a:p>
            <a:p>
              <a:pPr marL="171450" indent="-171450">
                <a:buFontTx/>
                <a:buChar char="-"/>
              </a:pPr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Define Flow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8D54DB-8179-49C1-B5F2-A4D6C84DF5A8}"/>
              </a:ext>
            </a:extLst>
          </p:cNvPr>
          <p:cNvCxnSpPr>
            <a:cxnSpLocks/>
          </p:cNvCxnSpPr>
          <p:nvPr/>
        </p:nvCxnSpPr>
        <p:spPr>
          <a:xfrm>
            <a:off x="3576124" y="3448111"/>
            <a:ext cx="0" cy="2867896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B8FBD697-EBFF-4899-8F4F-E46FDB9C1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0749" y="3739059"/>
            <a:ext cx="3719486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5939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D3151C-65DA-4CAA-ACC8-93A75D688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17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886CC4-DF63-44BD-A3F2-1DD84DC789E8}"/>
              </a:ext>
            </a:extLst>
          </p:cNvPr>
          <p:cNvCxnSpPr>
            <a:cxnSpLocks/>
          </p:cNvCxnSpPr>
          <p:nvPr/>
        </p:nvCxnSpPr>
        <p:spPr>
          <a:xfrm>
            <a:off x="3576124" y="-2441"/>
            <a:ext cx="0" cy="2237641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3E9A619-16B7-4B2E-9F38-11FD3A99BDF3}"/>
              </a:ext>
            </a:extLst>
          </p:cNvPr>
          <p:cNvGrpSpPr/>
          <p:nvPr/>
        </p:nvGrpSpPr>
        <p:grpSpPr>
          <a:xfrm>
            <a:off x="2969541" y="2224271"/>
            <a:ext cx="5347145" cy="1281896"/>
            <a:chOff x="2969541" y="1846903"/>
            <a:chExt cx="5347145" cy="128189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E78861A-431B-4243-9546-4C9E16D7469C}"/>
                </a:ext>
              </a:extLst>
            </p:cNvPr>
            <p:cNvGrpSpPr/>
            <p:nvPr/>
          </p:nvGrpSpPr>
          <p:grpSpPr>
            <a:xfrm>
              <a:off x="2969541" y="1846903"/>
              <a:ext cx="1213165" cy="1213165"/>
              <a:chOff x="1720162" y="1846903"/>
              <a:chExt cx="1213165" cy="1213165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69E9783-B3EC-4A7F-8BB2-AFA2FED04C9E}"/>
                  </a:ext>
                </a:extLst>
              </p:cNvPr>
              <p:cNvSpPr/>
              <p:nvPr/>
            </p:nvSpPr>
            <p:spPr>
              <a:xfrm>
                <a:off x="1869544" y="1996285"/>
                <a:ext cx="914400" cy="914400"/>
              </a:xfrm>
              <a:prstGeom prst="ellipse">
                <a:avLst/>
              </a:prstGeom>
              <a:solidFill>
                <a:srgbClr val="236DB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Arial Black" panose="020B0A04020102020204" pitchFamily="34" charset="0"/>
                  </a:rPr>
                  <a:t>5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6370784-5A97-4C6D-8D94-793C1DE4C90C}"/>
                  </a:ext>
                </a:extLst>
              </p:cNvPr>
              <p:cNvSpPr/>
              <p:nvPr/>
            </p:nvSpPr>
            <p:spPr>
              <a:xfrm>
                <a:off x="1720162" y="1846903"/>
                <a:ext cx="1213165" cy="121316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6491E1-4AF1-4229-9079-63C27109E50A}"/>
                </a:ext>
              </a:extLst>
            </p:cNvPr>
            <p:cNvSpPr txBox="1"/>
            <p:nvPr/>
          </p:nvSpPr>
          <p:spPr>
            <a:xfrm>
              <a:off x="4327560" y="1923867"/>
              <a:ext cx="39891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236DBB"/>
                  </a:solidFill>
                  <a:latin typeface="Arial Black" panose="020B0A04020102020204" pitchFamily="34" charset="0"/>
                </a:rPr>
                <a:t>Design Refinement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56E188-CBF4-44B1-83F0-177AF53D5B6F}"/>
                </a:ext>
              </a:extLst>
            </p:cNvPr>
            <p:cNvSpPr txBox="1"/>
            <p:nvPr/>
          </p:nvSpPr>
          <p:spPr>
            <a:xfrm>
              <a:off x="4327560" y="2544024"/>
              <a:ext cx="29695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Refine Design </a:t>
              </a:r>
            </a:p>
            <a:p>
              <a:pPr marL="171450" indent="-171450">
                <a:buFontTx/>
                <a:buChar char="-"/>
              </a:pPr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Add Details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8D54DB-8179-49C1-B5F2-A4D6C84DF5A8}"/>
              </a:ext>
            </a:extLst>
          </p:cNvPr>
          <p:cNvCxnSpPr>
            <a:cxnSpLocks/>
          </p:cNvCxnSpPr>
          <p:nvPr/>
        </p:nvCxnSpPr>
        <p:spPr>
          <a:xfrm>
            <a:off x="3576124" y="3448111"/>
            <a:ext cx="0" cy="2867896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72AD9065-CBBE-4788-9F34-D45BDDB4B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3693" y="3739059"/>
            <a:ext cx="247087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465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D3151C-65DA-4CAA-ACC8-93A75D688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18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886CC4-DF63-44BD-A3F2-1DD84DC789E8}"/>
              </a:ext>
            </a:extLst>
          </p:cNvPr>
          <p:cNvCxnSpPr>
            <a:cxnSpLocks/>
          </p:cNvCxnSpPr>
          <p:nvPr/>
        </p:nvCxnSpPr>
        <p:spPr>
          <a:xfrm>
            <a:off x="3576124" y="-2441"/>
            <a:ext cx="0" cy="2237641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3E9A619-16B7-4B2E-9F38-11FD3A99BDF3}"/>
              </a:ext>
            </a:extLst>
          </p:cNvPr>
          <p:cNvGrpSpPr/>
          <p:nvPr/>
        </p:nvGrpSpPr>
        <p:grpSpPr>
          <a:xfrm>
            <a:off x="2969541" y="2224271"/>
            <a:ext cx="4708515" cy="1213165"/>
            <a:chOff x="2969541" y="1846903"/>
            <a:chExt cx="4708515" cy="121316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E78861A-431B-4243-9546-4C9E16D7469C}"/>
                </a:ext>
              </a:extLst>
            </p:cNvPr>
            <p:cNvGrpSpPr/>
            <p:nvPr/>
          </p:nvGrpSpPr>
          <p:grpSpPr>
            <a:xfrm>
              <a:off x="2969541" y="1846903"/>
              <a:ext cx="1213165" cy="1213165"/>
              <a:chOff x="1720162" y="1846903"/>
              <a:chExt cx="1213165" cy="1213165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69E9783-B3EC-4A7F-8BB2-AFA2FED04C9E}"/>
                  </a:ext>
                </a:extLst>
              </p:cNvPr>
              <p:cNvSpPr/>
              <p:nvPr/>
            </p:nvSpPr>
            <p:spPr>
              <a:xfrm>
                <a:off x="1869544" y="1996285"/>
                <a:ext cx="914400" cy="9144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Arial Black" panose="020B0A04020102020204" pitchFamily="34" charset="0"/>
                  </a:rPr>
                  <a:t>6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6370784-5A97-4C6D-8D94-793C1DE4C90C}"/>
                  </a:ext>
                </a:extLst>
              </p:cNvPr>
              <p:cNvSpPr/>
              <p:nvPr/>
            </p:nvSpPr>
            <p:spPr>
              <a:xfrm>
                <a:off x="1720162" y="1846903"/>
                <a:ext cx="1213165" cy="121316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6491E1-4AF1-4229-9079-63C27109E50A}"/>
                </a:ext>
              </a:extLst>
            </p:cNvPr>
            <p:cNvSpPr txBox="1"/>
            <p:nvPr/>
          </p:nvSpPr>
          <p:spPr>
            <a:xfrm>
              <a:off x="4327559" y="1923867"/>
              <a:ext cx="33504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7030A0"/>
                  </a:solidFill>
                  <a:latin typeface="Arial Black" panose="020B0A04020102020204" pitchFamily="34" charset="0"/>
                </a:rPr>
                <a:t>Design Support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56E188-CBF4-44B1-83F0-177AF53D5B6F}"/>
                </a:ext>
              </a:extLst>
            </p:cNvPr>
            <p:cNvSpPr txBox="1"/>
            <p:nvPr/>
          </p:nvSpPr>
          <p:spPr>
            <a:xfrm>
              <a:off x="4327560" y="2544024"/>
              <a:ext cx="29695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Accommodate new constraints</a:t>
              </a:r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6B6AFB5E-487A-4E2E-B79E-49C42666B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5126" y="3752623"/>
            <a:ext cx="2951793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084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D3151C-65DA-4CAA-ACC8-93A75D688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52FF5E-3E45-427B-81C5-A9CA69434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112" y="0"/>
            <a:ext cx="3999145" cy="62221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A82B73-960B-40A5-BFFE-ACEA77C0B235}"/>
              </a:ext>
            </a:extLst>
          </p:cNvPr>
          <p:cNvSpPr txBox="1"/>
          <p:nvPr/>
        </p:nvSpPr>
        <p:spPr>
          <a:xfrm>
            <a:off x="6313714" y="1480457"/>
            <a:ext cx="4325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Book 2 : About Face : Essentials of interaction designs</a:t>
            </a:r>
          </a:p>
        </p:txBody>
      </p:sp>
    </p:spTree>
    <p:extLst>
      <p:ext uri="{BB962C8B-B14F-4D97-AF65-F5344CB8AC3E}">
        <p14:creationId xmlns:p14="http://schemas.microsoft.com/office/powerpoint/2010/main" val="3621146585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777E6-B729-4B7C-8D62-CC52CF6F5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EDDABB-B834-44F8-A987-739FECA9A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9CF12F-4C29-4184-91A5-A0C768CB7733}"/>
              </a:ext>
            </a:extLst>
          </p:cNvPr>
          <p:cNvSpPr txBox="1"/>
          <p:nvPr/>
        </p:nvSpPr>
        <p:spPr>
          <a:xfrm>
            <a:off x="463924" y="1582057"/>
            <a:ext cx="10000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Reading </a:t>
            </a:r>
            <a:r>
              <a:rPr lang="en-US" dirty="0"/>
              <a:t> :Page 21-30 , Topic : Overview of goal-directed design  from Book 2 i.e. About Face: Essentials of Interaction Designs by Alan Cooper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Search what is ACM SIGCHI and what type of content does it contain ? </a:t>
            </a:r>
          </a:p>
        </p:txBody>
      </p:sp>
    </p:spTree>
    <p:extLst>
      <p:ext uri="{BB962C8B-B14F-4D97-AF65-F5344CB8AC3E}">
        <p14:creationId xmlns:p14="http://schemas.microsoft.com/office/powerpoint/2010/main" val="1872065594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4E9B96-AE14-43D5-A1A0-4803B365E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2EF7-66E3-A44D-BBB4-14CCC0F4221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567843-F67A-4829-B6CB-F75FB7F8D9B6}"/>
              </a:ext>
            </a:extLst>
          </p:cNvPr>
          <p:cNvSpPr txBox="1"/>
          <p:nvPr/>
        </p:nvSpPr>
        <p:spPr>
          <a:xfrm>
            <a:off x="2423886" y="2540000"/>
            <a:ext cx="708297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8800" dirty="0">
                <a:solidFill>
                  <a:srgbClr val="FF005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063775986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30009-Whirlwind PowerPoint Templa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F1B57"/>
      </a:accent1>
      <a:accent2>
        <a:srgbClr val="FFBD00"/>
      </a:accent2>
      <a:accent3>
        <a:srgbClr val="FF005B"/>
      </a:accent3>
      <a:accent4>
        <a:srgbClr val="00EEB3"/>
      </a:accent4>
      <a:accent5>
        <a:srgbClr val="00C5D6"/>
      </a:accent5>
      <a:accent6>
        <a:srgbClr val="236DB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12D1741FF6D34AB29AF17035C3F170" ma:contentTypeVersion="5" ma:contentTypeDescription="Create a new document." ma:contentTypeScope="" ma:versionID="b5d3f6c30cdc896ef5b31526cc4d8be6">
  <xsd:schema xmlns:xsd="http://www.w3.org/2001/XMLSchema" xmlns:xs="http://www.w3.org/2001/XMLSchema" xmlns:p="http://schemas.microsoft.com/office/2006/metadata/properties" xmlns:ns3="fe9d4453-e6bf-451f-8b55-c7082437df14" targetNamespace="http://schemas.microsoft.com/office/2006/metadata/properties" ma:root="true" ma:fieldsID="52af716fa9e556b0662dd3a4c0a340c6" ns3:_="">
    <xsd:import namespace="fe9d4453-e6bf-451f-8b55-c7082437df1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9d4453-e6bf-451f-8b55-c7082437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811B87D-00F8-475E-BC77-0C718C061C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0CF3CE-FA8A-44A9-A869-644A2879D89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fe9d4453-e6bf-451f-8b55-c7082437df14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25121D-AA82-4820-B130-94FC92463AFC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412</Words>
  <Application>Microsoft Office PowerPoint</Application>
  <PresentationFormat>Widescreen</PresentationFormat>
  <Paragraphs>138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Black</vt:lpstr>
      <vt:lpstr>Bell MT</vt:lpstr>
      <vt:lpstr>Calibri</vt:lpstr>
      <vt:lpstr>Calibri Light</vt:lpstr>
      <vt:lpstr>Libre Franklin</vt:lpstr>
      <vt:lpstr>Noto Sans Symbols</vt:lpstr>
      <vt:lpstr>Times New Roman</vt:lpstr>
      <vt:lpstr>Office Theme</vt:lpstr>
      <vt:lpstr>PowerPoint Presentation</vt:lpstr>
      <vt:lpstr>PowerPoint Presentation</vt:lpstr>
      <vt:lpstr>Instructors</vt:lpstr>
      <vt:lpstr>Agenda</vt:lpstr>
      <vt:lpstr>Marks Scheme</vt:lpstr>
      <vt:lpstr>Text Book</vt:lpstr>
      <vt:lpstr>Text Book</vt:lpstr>
      <vt:lpstr>Topics</vt:lpstr>
      <vt:lpstr>Overview Of HCI</vt:lpstr>
      <vt:lpstr>PowerPoint Presentation</vt:lpstr>
      <vt:lpstr>PowerPoint Presentation</vt:lpstr>
      <vt:lpstr>Making a Product</vt:lpstr>
      <vt:lpstr>Road-Map of HCI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Rezaul Karim</dc:creator>
  <cp:lastModifiedBy>SP24-BSE-125(ZAIN YAQOOB )</cp:lastModifiedBy>
  <cp:revision>261</cp:revision>
  <dcterms:created xsi:type="dcterms:W3CDTF">2019-10-14T11:46:54Z</dcterms:created>
  <dcterms:modified xsi:type="dcterms:W3CDTF">2026-03-03T17:42:43Z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0x0101007A12D1741FF6D34AB29AF17035C3F170</vt:lpwstr>
  </property>
</Properties>
</file>